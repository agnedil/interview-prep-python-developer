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5"/>
  </p:notesMasterIdLst>
  <p:sldIdLst>
    <p:sldId id="256" r:id="rId2"/>
    <p:sldId id="263" r:id="rId3"/>
    <p:sldId id="268" r:id="rId4"/>
    <p:sldId id="257" r:id="rId5"/>
    <p:sldId id="285" r:id="rId6"/>
    <p:sldId id="289" r:id="rId7"/>
    <p:sldId id="259" r:id="rId8"/>
    <p:sldId id="286" r:id="rId9"/>
    <p:sldId id="260" r:id="rId10"/>
    <p:sldId id="287" r:id="rId11"/>
    <p:sldId id="261" r:id="rId12"/>
    <p:sldId id="262" r:id="rId13"/>
    <p:sldId id="288" r:id="rId14"/>
    <p:sldId id="290" r:id="rId15"/>
    <p:sldId id="274" r:id="rId16"/>
    <p:sldId id="265" r:id="rId17"/>
    <p:sldId id="284" r:id="rId18"/>
    <p:sldId id="269" r:id="rId19"/>
    <p:sldId id="275" r:id="rId20"/>
    <p:sldId id="272" r:id="rId21"/>
    <p:sldId id="267" r:id="rId22"/>
    <p:sldId id="273" r:id="rId23"/>
    <p:sldId id="271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94" r:id="rId32"/>
    <p:sldId id="295" r:id="rId33"/>
    <p:sldId id="258" r:id="rId34"/>
    <p:sldId id="296" r:id="rId35"/>
    <p:sldId id="283" r:id="rId36"/>
    <p:sldId id="291" r:id="rId37"/>
    <p:sldId id="293" r:id="rId38"/>
    <p:sldId id="297" r:id="rId39"/>
    <p:sldId id="298" r:id="rId40"/>
    <p:sldId id="299" r:id="rId41"/>
    <p:sldId id="300" r:id="rId42"/>
    <p:sldId id="301" r:id="rId43"/>
    <p:sldId id="302" r:id="rId44"/>
  </p:sldIdLst>
  <p:sldSz cx="9144000" cy="6858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A4D8DF-4EB2-F442-A06D-11B810B9BCBC}" v="80" dt="2023-08-08T05:10:50.4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37"/>
    <p:restoredTop sz="94748"/>
  </p:normalViewPr>
  <p:slideViewPr>
    <p:cSldViewPr snapToGrid="0" snapToObjects="1">
      <p:cViewPr varScale="1">
        <p:scale>
          <a:sx n="110" d="100"/>
          <a:sy n="110" d="100"/>
        </p:scale>
        <p:origin x="136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w Nedilko" userId="2b6e3f8d-1fcd-4849-8afd-1c9e0b959e18" providerId="ADAL" clId="{7DA4D8DF-4EB2-F442-A06D-11B810B9BCBC}"/>
    <pc:docChg chg="undo custSel addSld delSld modSld sldOrd">
      <pc:chgData name="Andrew Nedilko" userId="2b6e3f8d-1fcd-4849-8afd-1c9e0b959e18" providerId="ADAL" clId="{7DA4D8DF-4EB2-F442-A06D-11B810B9BCBC}" dt="2023-08-08T05:11:21.385" v="1542" actId="14100"/>
      <pc:docMkLst>
        <pc:docMk/>
      </pc:docMkLst>
      <pc:sldChg chg="del ord">
        <pc:chgData name="Andrew Nedilko" userId="2b6e3f8d-1fcd-4849-8afd-1c9e0b959e18" providerId="ADAL" clId="{7DA4D8DF-4EB2-F442-A06D-11B810B9BCBC}" dt="2023-07-28T06:52:58.137" v="413" actId="2696"/>
        <pc:sldMkLst>
          <pc:docMk/>
          <pc:sldMk cId="1738254744" sldId="258"/>
        </pc:sldMkLst>
      </pc:sldChg>
      <pc:sldChg chg="addSp modSp mod">
        <pc:chgData name="Andrew Nedilko" userId="2b6e3f8d-1fcd-4849-8afd-1c9e0b959e18" providerId="ADAL" clId="{7DA4D8DF-4EB2-F442-A06D-11B810B9BCBC}" dt="2023-07-28T07:13:04.363" v="628" actId="1076"/>
        <pc:sldMkLst>
          <pc:docMk/>
          <pc:sldMk cId="1854295569" sldId="260"/>
        </pc:sldMkLst>
        <pc:spChg chg="add mod">
          <ac:chgData name="Andrew Nedilko" userId="2b6e3f8d-1fcd-4849-8afd-1c9e0b959e18" providerId="ADAL" clId="{7DA4D8DF-4EB2-F442-A06D-11B810B9BCBC}" dt="2023-07-28T07:13:04.363" v="628" actId="1076"/>
          <ac:spMkLst>
            <pc:docMk/>
            <pc:sldMk cId="1854295569" sldId="260"/>
            <ac:spMk id="2" creationId="{1CB60906-73EE-16D8-2A9E-E7CAF2ECEB3A}"/>
          </ac:spMkLst>
        </pc:spChg>
        <pc:picChg chg="mod">
          <ac:chgData name="Andrew Nedilko" userId="2b6e3f8d-1fcd-4849-8afd-1c9e0b959e18" providerId="ADAL" clId="{7DA4D8DF-4EB2-F442-A06D-11B810B9BCBC}" dt="2023-07-28T07:11:23.514" v="577" actId="14100"/>
          <ac:picMkLst>
            <pc:docMk/>
            <pc:sldMk cId="1854295569" sldId="260"/>
            <ac:picMk id="10" creationId="{735B3053-487A-EAA6-9567-F7501BC64206}"/>
          </ac:picMkLst>
        </pc:picChg>
      </pc:sldChg>
      <pc:sldChg chg="addSp modSp mod">
        <pc:chgData name="Andrew Nedilko" userId="2b6e3f8d-1fcd-4849-8afd-1c9e0b959e18" providerId="ADAL" clId="{7DA4D8DF-4EB2-F442-A06D-11B810B9BCBC}" dt="2023-07-28T07:48:54.673" v="829" actId="113"/>
        <pc:sldMkLst>
          <pc:docMk/>
          <pc:sldMk cId="458637244" sldId="261"/>
        </pc:sldMkLst>
        <pc:spChg chg="add mod">
          <ac:chgData name="Andrew Nedilko" userId="2b6e3f8d-1fcd-4849-8afd-1c9e0b959e18" providerId="ADAL" clId="{7DA4D8DF-4EB2-F442-A06D-11B810B9BCBC}" dt="2023-07-28T07:48:54.673" v="829" actId="113"/>
          <ac:spMkLst>
            <pc:docMk/>
            <pc:sldMk cId="458637244" sldId="261"/>
            <ac:spMk id="2" creationId="{663BD888-FA28-176F-CC98-15FAFF44C4AC}"/>
          </ac:spMkLst>
        </pc:spChg>
      </pc:sldChg>
      <pc:sldChg chg="addSp delSp modSp mod">
        <pc:chgData name="Andrew Nedilko" userId="2b6e3f8d-1fcd-4849-8afd-1c9e0b959e18" providerId="ADAL" clId="{7DA4D8DF-4EB2-F442-A06D-11B810B9BCBC}" dt="2023-07-28T07:45:04.616" v="667" actId="1035"/>
        <pc:sldMkLst>
          <pc:docMk/>
          <pc:sldMk cId="2208624130" sldId="262"/>
        </pc:sldMkLst>
        <pc:picChg chg="add del mod">
          <ac:chgData name="Andrew Nedilko" userId="2b6e3f8d-1fcd-4849-8afd-1c9e0b959e18" providerId="ADAL" clId="{7DA4D8DF-4EB2-F442-A06D-11B810B9BCBC}" dt="2023-07-28T07:42:30.880" v="631"/>
          <ac:picMkLst>
            <pc:docMk/>
            <pc:sldMk cId="2208624130" sldId="262"/>
            <ac:picMk id="2" creationId="{8BAAFD9A-37EC-E063-788B-FC791B9C14E3}"/>
          </ac:picMkLst>
        </pc:picChg>
        <pc:picChg chg="add del mod modCrop">
          <ac:chgData name="Andrew Nedilko" userId="2b6e3f8d-1fcd-4849-8afd-1c9e0b959e18" providerId="ADAL" clId="{7DA4D8DF-4EB2-F442-A06D-11B810B9BCBC}" dt="2023-07-28T07:44:08.820" v="643" actId="21"/>
          <ac:picMkLst>
            <pc:docMk/>
            <pc:sldMk cId="2208624130" sldId="262"/>
            <ac:picMk id="3" creationId="{4D58FE33-C623-6200-E9CA-AA19BBA6B8B7}"/>
          </ac:picMkLst>
        </pc:picChg>
        <pc:picChg chg="add del">
          <ac:chgData name="Andrew Nedilko" userId="2b6e3f8d-1fcd-4849-8afd-1c9e0b959e18" providerId="ADAL" clId="{7DA4D8DF-4EB2-F442-A06D-11B810B9BCBC}" dt="2023-07-28T07:43:15.719" v="633" actId="478"/>
          <ac:picMkLst>
            <pc:docMk/>
            <pc:sldMk cId="2208624130" sldId="262"/>
            <ac:picMk id="4" creationId="{F7A32BA2-29DB-1AED-ABC2-E118431481D6}"/>
          </ac:picMkLst>
        </pc:picChg>
        <pc:picChg chg="add mod">
          <ac:chgData name="Andrew Nedilko" userId="2b6e3f8d-1fcd-4849-8afd-1c9e0b959e18" providerId="ADAL" clId="{7DA4D8DF-4EB2-F442-A06D-11B810B9BCBC}" dt="2023-07-28T07:44:55.769" v="664" actId="14100"/>
          <ac:picMkLst>
            <pc:docMk/>
            <pc:sldMk cId="2208624130" sldId="262"/>
            <ac:picMk id="5" creationId="{AE089B88-FD0B-E446-CF77-7F761CDAA30C}"/>
          </ac:picMkLst>
        </pc:picChg>
        <pc:picChg chg="mod">
          <ac:chgData name="Andrew Nedilko" userId="2b6e3f8d-1fcd-4849-8afd-1c9e0b959e18" providerId="ADAL" clId="{7DA4D8DF-4EB2-F442-A06D-11B810B9BCBC}" dt="2023-07-28T07:45:04.616" v="667" actId="1035"/>
          <ac:picMkLst>
            <pc:docMk/>
            <pc:sldMk cId="2208624130" sldId="262"/>
            <ac:picMk id="16" creationId="{16A196BC-D624-5425-1A01-A16B7A4A1E48}"/>
          </ac:picMkLst>
        </pc:picChg>
      </pc:sldChg>
      <pc:sldChg chg="addSp modSp mod">
        <pc:chgData name="Andrew Nedilko" userId="2b6e3f8d-1fcd-4849-8afd-1c9e0b959e18" providerId="ADAL" clId="{7DA4D8DF-4EB2-F442-A06D-11B810B9BCBC}" dt="2023-07-28T08:00:14.149" v="967" actId="1035"/>
        <pc:sldMkLst>
          <pc:docMk/>
          <pc:sldMk cId="2805876724" sldId="265"/>
        </pc:sldMkLst>
        <pc:spChg chg="add mod">
          <ac:chgData name="Andrew Nedilko" userId="2b6e3f8d-1fcd-4849-8afd-1c9e0b959e18" providerId="ADAL" clId="{7DA4D8DF-4EB2-F442-A06D-11B810B9BCBC}" dt="2023-07-28T07:56:59.798" v="868" actId="1038"/>
          <ac:spMkLst>
            <pc:docMk/>
            <pc:sldMk cId="2805876724" sldId="265"/>
            <ac:spMk id="2" creationId="{949CB37A-5D73-FA27-6A62-0274377E3121}"/>
          </ac:spMkLst>
        </pc:spChg>
        <pc:spChg chg="add mod">
          <ac:chgData name="Andrew Nedilko" userId="2b6e3f8d-1fcd-4849-8afd-1c9e0b959e18" providerId="ADAL" clId="{7DA4D8DF-4EB2-F442-A06D-11B810B9BCBC}" dt="2023-07-28T07:57:53.667" v="896" actId="1038"/>
          <ac:spMkLst>
            <pc:docMk/>
            <pc:sldMk cId="2805876724" sldId="265"/>
            <ac:spMk id="3" creationId="{3DF835A8-F536-756E-A635-FCF8B5CBEB46}"/>
          </ac:spMkLst>
        </pc:spChg>
        <pc:spChg chg="add mod">
          <ac:chgData name="Andrew Nedilko" userId="2b6e3f8d-1fcd-4849-8afd-1c9e0b959e18" providerId="ADAL" clId="{7DA4D8DF-4EB2-F442-A06D-11B810B9BCBC}" dt="2023-07-28T07:58:22.508" v="905" actId="1038"/>
          <ac:spMkLst>
            <pc:docMk/>
            <pc:sldMk cId="2805876724" sldId="265"/>
            <ac:spMk id="4" creationId="{6E0A43DA-19C9-BCE1-D599-B63DBA72B4C9}"/>
          </ac:spMkLst>
        </pc:spChg>
        <pc:spChg chg="add mod">
          <ac:chgData name="Andrew Nedilko" userId="2b6e3f8d-1fcd-4849-8afd-1c9e0b959e18" providerId="ADAL" clId="{7DA4D8DF-4EB2-F442-A06D-11B810B9BCBC}" dt="2023-07-28T07:58:43.114" v="913" actId="1038"/>
          <ac:spMkLst>
            <pc:docMk/>
            <pc:sldMk cId="2805876724" sldId="265"/>
            <ac:spMk id="9" creationId="{7C54D0D4-1C74-5E09-07B4-B6C9720836B8}"/>
          </ac:spMkLst>
        </pc:spChg>
        <pc:spChg chg="mod">
          <ac:chgData name="Andrew Nedilko" userId="2b6e3f8d-1fcd-4849-8afd-1c9e0b959e18" providerId="ADAL" clId="{7DA4D8DF-4EB2-F442-A06D-11B810B9BCBC}" dt="2023-07-28T06:54:46.936" v="469" actId="1035"/>
          <ac:spMkLst>
            <pc:docMk/>
            <pc:sldMk cId="2805876724" sldId="265"/>
            <ac:spMk id="17" creationId="{8CDC6734-2BE2-A742-EF11-BF91424F8F3F}"/>
          </ac:spMkLst>
        </pc:spChg>
        <pc:spChg chg="add mod">
          <ac:chgData name="Andrew Nedilko" userId="2b6e3f8d-1fcd-4849-8afd-1c9e0b959e18" providerId="ADAL" clId="{7DA4D8DF-4EB2-F442-A06D-11B810B9BCBC}" dt="2023-07-28T08:00:14.149" v="967" actId="1035"/>
          <ac:spMkLst>
            <pc:docMk/>
            <pc:sldMk cId="2805876724" sldId="265"/>
            <ac:spMk id="18" creationId="{500983C3-06B6-AF74-D7F0-9F4E295D7832}"/>
          </ac:spMkLst>
        </pc:spChg>
      </pc:sldChg>
      <pc:sldChg chg="addSp delSp modSp mod">
        <pc:chgData name="Andrew Nedilko" userId="2b6e3f8d-1fcd-4849-8afd-1c9e0b959e18" providerId="ADAL" clId="{7DA4D8DF-4EB2-F442-A06D-11B810B9BCBC}" dt="2023-07-28T08:42:37.506" v="1365" actId="1038"/>
        <pc:sldMkLst>
          <pc:docMk/>
          <pc:sldMk cId="2931628512" sldId="267"/>
        </pc:sldMkLst>
        <pc:spChg chg="mod">
          <ac:chgData name="Andrew Nedilko" userId="2b6e3f8d-1fcd-4849-8afd-1c9e0b959e18" providerId="ADAL" clId="{7DA4D8DF-4EB2-F442-A06D-11B810B9BCBC}" dt="2023-07-28T06:54:19.935" v="457" actId="1038"/>
          <ac:spMkLst>
            <pc:docMk/>
            <pc:sldMk cId="2931628512" sldId="267"/>
            <ac:spMk id="23" creationId="{545E1C4C-08DC-2841-FFF9-62D4A1424D94}"/>
          </ac:spMkLst>
        </pc:spChg>
        <pc:picChg chg="add del mod modCrop">
          <ac:chgData name="Andrew Nedilko" userId="2b6e3f8d-1fcd-4849-8afd-1c9e0b959e18" providerId="ADAL" clId="{7DA4D8DF-4EB2-F442-A06D-11B810B9BCBC}" dt="2023-07-28T08:20:35.522" v="1230" actId="21"/>
          <ac:picMkLst>
            <pc:docMk/>
            <pc:sldMk cId="2931628512" sldId="267"/>
            <ac:picMk id="2" creationId="{3A195124-3A41-8BB6-D06A-C6A17CD5911A}"/>
          </ac:picMkLst>
        </pc:picChg>
        <pc:picChg chg="add del mod">
          <ac:chgData name="Andrew Nedilko" userId="2b6e3f8d-1fcd-4849-8afd-1c9e0b959e18" providerId="ADAL" clId="{7DA4D8DF-4EB2-F442-A06D-11B810B9BCBC}" dt="2023-07-28T08:26:27.783" v="1262" actId="478"/>
          <ac:picMkLst>
            <pc:docMk/>
            <pc:sldMk cId="2931628512" sldId="267"/>
            <ac:picMk id="4" creationId="{82881461-F9D9-2932-01C9-67C8AE452B68}"/>
          </ac:picMkLst>
        </pc:picChg>
        <pc:picChg chg="add del mod modCrop">
          <ac:chgData name="Andrew Nedilko" userId="2b6e3f8d-1fcd-4849-8afd-1c9e0b959e18" providerId="ADAL" clId="{7DA4D8DF-4EB2-F442-A06D-11B810B9BCBC}" dt="2023-07-28T08:27:05.722" v="1270" actId="21"/>
          <ac:picMkLst>
            <pc:docMk/>
            <pc:sldMk cId="2931628512" sldId="267"/>
            <ac:picMk id="5" creationId="{53EADEAA-FCD6-C7A8-5E68-0409BDE81AAA}"/>
          </ac:picMkLst>
        </pc:picChg>
        <pc:picChg chg="add mod">
          <ac:chgData name="Andrew Nedilko" userId="2b6e3f8d-1fcd-4849-8afd-1c9e0b959e18" providerId="ADAL" clId="{7DA4D8DF-4EB2-F442-A06D-11B810B9BCBC}" dt="2023-07-28T08:27:23.130" v="1287" actId="1035"/>
          <ac:picMkLst>
            <pc:docMk/>
            <pc:sldMk cId="2931628512" sldId="267"/>
            <ac:picMk id="6" creationId="{E7EF0843-C922-7136-C55C-5B2408522DD0}"/>
          </ac:picMkLst>
        </pc:picChg>
        <pc:picChg chg="add mod modCrop">
          <ac:chgData name="Andrew Nedilko" userId="2b6e3f8d-1fcd-4849-8afd-1c9e0b959e18" providerId="ADAL" clId="{7DA4D8DF-4EB2-F442-A06D-11B810B9BCBC}" dt="2023-07-28T08:31:38.125" v="1313" actId="1038"/>
          <ac:picMkLst>
            <pc:docMk/>
            <pc:sldMk cId="2931628512" sldId="267"/>
            <ac:picMk id="7" creationId="{060645EE-B74F-5809-824B-A70988B630D4}"/>
          </ac:picMkLst>
        </pc:picChg>
        <pc:picChg chg="add del mod modCrop">
          <ac:chgData name="Andrew Nedilko" userId="2b6e3f8d-1fcd-4849-8afd-1c9e0b959e18" providerId="ADAL" clId="{7DA4D8DF-4EB2-F442-A06D-11B810B9BCBC}" dt="2023-07-28T08:36:49.314" v="1323" actId="21"/>
          <ac:picMkLst>
            <pc:docMk/>
            <pc:sldMk cId="2931628512" sldId="267"/>
            <ac:picMk id="9" creationId="{6680F834-D817-09E0-0980-A3C4CC6CE6B5}"/>
          </ac:picMkLst>
        </pc:picChg>
        <pc:picChg chg="add del mod modCrop">
          <ac:chgData name="Andrew Nedilko" userId="2b6e3f8d-1fcd-4849-8afd-1c9e0b959e18" providerId="ADAL" clId="{7DA4D8DF-4EB2-F442-A06D-11B810B9BCBC}" dt="2023-07-28T08:37:18.162" v="1328" actId="21"/>
          <ac:picMkLst>
            <pc:docMk/>
            <pc:sldMk cId="2931628512" sldId="267"/>
            <ac:picMk id="10" creationId="{D305482F-FB81-BAE1-96CA-4ECBEF7855A5}"/>
          </ac:picMkLst>
        </pc:picChg>
        <pc:picChg chg="add mod">
          <ac:chgData name="Andrew Nedilko" userId="2b6e3f8d-1fcd-4849-8afd-1c9e0b959e18" providerId="ADAL" clId="{7DA4D8DF-4EB2-F442-A06D-11B810B9BCBC}" dt="2023-07-28T08:37:35.321" v="1331" actId="14100"/>
          <ac:picMkLst>
            <pc:docMk/>
            <pc:sldMk cId="2931628512" sldId="267"/>
            <ac:picMk id="11" creationId="{7EB3E796-9D34-14F4-371B-811DF853A6DB}"/>
          </ac:picMkLst>
        </pc:picChg>
        <pc:picChg chg="del">
          <ac:chgData name="Andrew Nedilko" userId="2b6e3f8d-1fcd-4849-8afd-1c9e0b959e18" providerId="ADAL" clId="{7DA4D8DF-4EB2-F442-A06D-11B810B9BCBC}" dt="2023-07-28T08:41:14.526" v="1332" actId="478"/>
          <ac:picMkLst>
            <pc:docMk/>
            <pc:sldMk cId="2931628512" sldId="267"/>
            <ac:picMk id="12" creationId="{669A8CB5-0D9B-1817-921D-901A8F0D00A7}"/>
          </ac:picMkLst>
        </pc:picChg>
        <pc:picChg chg="add del mod modCrop">
          <ac:chgData name="Andrew Nedilko" userId="2b6e3f8d-1fcd-4849-8afd-1c9e0b959e18" providerId="ADAL" clId="{7DA4D8DF-4EB2-F442-A06D-11B810B9BCBC}" dt="2023-07-28T08:41:57.636" v="1344" actId="21"/>
          <ac:picMkLst>
            <pc:docMk/>
            <pc:sldMk cId="2931628512" sldId="267"/>
            <ac:picMk id="13" creationId="{F1438684-6B55-3246-B3FD-B43395EADADB}"/>
          </ac:picMkLst>
        </pc:picChg>
        <pc:picChg chg="del">
          <ac:chgData name="Andrew Nedilko" userId="2b6e3f8d-1fcd-4849-8afd-1c9e0b959e18" providerId="ADAL" clId="{7DA4D8DF-4EB2-F442-A06D-11B810B9BCBC}" dt="2023-07-28T08:35:34.495" v="1314" actId="478"/>
          <ac:picMkLst>
            <pc:docMk/>
            <pc:sldMk cId="2931628512" sldId="267"/>
            <ac:picMk id="14" creationId="{CA8AA3B4-9273-0CA6-6B2E-5B0C9149ABAB}"/>
          </ac:picMkLst>
        </pc:picChg>
        <pc:picChg chg="add mod">
          <ac:chgData name="Andrew Nedilko" userId="2b6e3f8d-1fcd-4849-8afd-1c9e0b959e18" providerId="ADAL" clId="{7DA4D8DF-4EB2-F442-A06D-11B810B9BCBC}" dt="2023-07-28T08:42:37.506" v="1365" actId="1038"/>
          <ac:picMkLst>
            <pc:docMk/>
            <pc:sldMk cId="2931628512" sldId="267"/>
            <ac:picMk id="15" creationId="{718EA935-CAD8-2AB7-220B-089591FD9DA4}"/>
          </ac:picMkLst>
        </pc:picChg>
        <pc:picChg chg="del">
          <ac:chgData name="Andrew Nedilko" userId="2b6e3f8d-1fcd-4849-8afd-1c9e0b959e18" providerId="ADAL" clId="{7DA4D8DF-4EB2-F442-A06D-11B810B9BCBC}" dt="2023-07-28T08:19:59.039" v="1221" actId="478"/>
          <ac:picMkLst>
            <pc:docMk/>
            <pc:sldMk cId="2931628512" sldId="267"/>
            <ac:picMk id="16" creationId="{EFED07FD-4E17-FAC9-D9F0-45356D4898FB}"/>
          </ac:picMkLst>
        </pc:picChg>
        <pc:picChg chg="del">
          <ac:chgData name="Andrew Nedilko" userId="2b6e3f8d-1fcd-4849-8afd-1c9e0b959e18" providerId="ADAL" clId="{7DA4D8DF-4EB2-F442-A06D-11B810B9BCBC}" dt="2023-07-28T08:30:30.249" v="1288" actId="478"/>
          <ac:picMkLst>
            <pc:docMk/>
            <pc:sldMk cId="2931628512" sldId="267"/>
            <ac:picMk id="18" creationId="{F14418BB-CD14-2678-7BE6-9BA50DA24C05}"/>
          </ac:picMkLst>
        </pc:picChg>
      </pc:sldChg>
      <pc:sldChg chg="addSp delSp modSp mod">
        <pc:chgData name="Andrew Nedilko" userId="2b6e3f8d-1fcd-4849-8afd-1c9e0b959e18" providerId="ADAL" clId="{7DA4D8DF-4EB2-F442-A06D-11B810B9BCBC}" dt="2023-07-28T08:12:18.054" v="1220" actId="1038"/>
        <pc:sldMkLst>
          <pc:docMk/>
          <pc:sldMk cId="1531701283" sldId="268"/>
        </pc:sldMkLst>
        <pc:spChg chg="add mod">
          <ac:chgData name="Andrew Nedilko" userId="2b6e3f8d-1fcd-4849-8afd-1c9e0b959e18" providerId="ADAL" clId="{7DA4D8DF-4EB2-F442-A06D-11B810B9BCBC}" dt="2023-07-28T08:10:40.562" v="1099" actId="1038"/>
          <ac:spMkLst>
            <pc:docMk/>
            <pc:sldMk cId="1531701283" sldId="268"/>
            <ac:spMk id="4" creationId="{C139D54D-F2F1-F6A4-1BF0-CC391BFE55A3}"/>
          </ac:spMkLst>
        </pc:spChg>
        <pc:spChg chg="mod">
          <ac:chgData name="Andrew Nedilko" userId="2b6e3f8d-1fcd-4849-8afd-1c9e0b959e18" providerId="ADAL" clId="{7DA4D8DF-4EB2-F442-A06D-11B810B9BCBC}" dt="2023-07-28T08:12:18.054" v="1220" actId="1038"/>
          <ac:spMkLst>
            <pc:docMk/>
            <pc:sldMk cId="1531701283" sldId="268"/>
            <ac:spMk id="14" creationId="{34AE9BCE-A5FD-FE3A-8700-2044860BD5CA}"/>
          </ac:spMkLst>
        </pc:spChg>
        <pc:picChg chg="add del mod modCrop">
          <ac:chgData name="Andrew Nedilko" userId="2b6e3f8d-1fcd-4849-8afd-1c9e0b959e18" providerId="ADAL" clId="{7DA4D8DF-4EB2-F442-A06D-11B810B9BCBC}" dt="2023-07-28T08:09:14.591" v="1025" actId="21"/>
          <ac:picMkLst>
            <pc:docMk/>
            <pc:sldMk cId="1531701283" sldId="268"/>
            <ac:picMk id="2" creationId="{C51B54AA-7BF7-0EDF-4AD9-15F924C789BB}"/>
          </ac:picMkLst>
        </pc:picChg>
        <pc:picChg chg="add mod">
          <ac:chgData name="Andrew Nedilko" userId="2b6e3f8d-1fcd-4849-8afd-1c9e0b959e18" providerId="ADAL" clId="{7DA4D8DF-4EB2-F442-A06D-11B810B9BCBC}" dt="2023-07-28T08:10:40.562" v="1099" actId="1038"/>
          <ac:picMkLst>
            <pc:docMk/>
            <pc:sldMk cId="1531701283" sldId="268"/>
            <ac:picMk id="3" creationId="{E3961AAF-E49D-ABAA-5BFA-E99BFC8F8C75}"/>
          </ac:picMkLst>
        </pc:picChg>
        <pc:picChg chg="del">
          <ac:chgData name="Andrew Nedilko" userId="2b6e3f8d-1fcd-4849-8afd-1c9e0b959e18" providerId="ADAL" clId="{7DA4D8DF-4EB2-F442-A06D-11B810B9BCBC}" dt="2023-07-28T08:02:12.100" v="968" actId="478"/>
          <ac:picMkLst>
            <pc:docMk/>
            <pc:sldMk cId="1531701283" sldId="268"/>
            <ac:picMk id="5" creationId="{47E0B63C-613D-3DCD-48E4-802EC173338D}"/>
          </ac:picMkLst>
        </pc:picChg>
        <pc:picChg chg="del mod">
          <ac:chgData name="Andrew Nedilko" userId="2b6e3f8d-1fcd-4849-8afd-1c9e0b959e18" providerId="ADAL" clId="{7DA4D8DF-4EB2-F442-A06D-11B810B9BCBC}" dt="2023-07-28T08:08:26.844" v="1016" actId="478"/>
          <ac:picMkLst>
            <pc:docMk/>
            <pc:sldMk cId="1531701283" sldId="268"/>
            <ac:picMk id="11" creationId="{D612D3FD-C75A-E290-EB40-AB501597C246}"/>
          </ac:picMkLst>
        </pc:picChg>
        <pc:picChg chg="mod">
          <ac:chgData name="Andrew Nedilko" userId="2b6e3f8d-1fcd-4849-8afd-1c9e0b959e18" providerId="ADAL" clId="{7DA4D8DF-4EB2-F442-A06D-11B810B9BCBC}" dt="2023-07-28T08:10:49.107" v="1128" actId="1038"/>
          <ac:picMkLst>
            <pc:docMk/>
            <pc:sldMk cId="1531701283" sldId="268"/>
            <ac:picMk id="12" creationId="{6A7CD5EC-B189-1454-A70E-33DE519CA97A}"/>
          </ac:picMkLst>
        </pc:picChg>
      </pc:sldChg>
      <pc:sldChg chg="addSp delSp modSp add mod">
        <pc:chgData name="Andrew Nedilko" userId="2b6e3f8d-1fcd-4849-8afd-1c9e0b959e18" providerId="ADAL" clId="{7DA4D8DF-4EB2-F442-A06D-11B810B9BCBC}" dt="2023-07-28T06:54:09.740" v="450" actId="1038"/>
        <pc:sldMkLst>
          <pc:docMk/>
          <pc:sldMk cId="1119198833" sldId="269"/>
        </pc:sldMkLst>
        <pc:spChg chg="mod">
          <ac:chgData name="Andrew Nedilko" userId="2b6e3f8d-1fcd-4849-8afd-1c9e0b959e18" providerId="ADAL" clId="{7DA4D8DF-4EB2-F442-A06D-11B810B9BCBC}" dt="2023-07-28T06:54:09.740" v="450" actId="1038"/>
          <ac:spMkLst>
            <pc:docMk/>
            <pc:sldMk cId="1119198833" sldId="269"/>
            <ac:spMk id="23" creationId="{545E1C4C-08DC-2841-FFF9-62D4A1424D94}"/>
          </ac:spMkLst>
        </pc:spChg>
        <pc:picChg chg="add del mod modCrop">
          <ac:chgData name="Andrew Nedilko" userId="2b6e3f8d-1fcd-4849-8afd-1c9e0b959e18" providerId="ADAL" clId="{7DA4D8DF-4EB2-F442-A06D-11B810B9BCBC}" dt="2023-07-28T06:17:23.545" v="25" actId="21"/>
          <ac:picMkLst>
            <pc:docMk/>
            <pc:sldMk cId="1119198833" sldId="269"/>
            <ac:picMk id="2" creationId="{DC4DF170-E377-9DFF-BAB7-4CBBE612A72B}"/>
          </ac:picMkLst>
        </pc:picChg>
        <pc:picChg chg="del">
          <ac:chgData name="Andrew Nedilko" userId="2b6e3f8d-1fcd-4849-8afd-1c9e0b959e18" providerId="ADAL" clId="{7DA4D8DF-4EB2-F442-A06D-11B810B9BCBC}" dt="2023-07-28T06:15:15.139" v="1" actId="478"/>
          <ac:picMkLst>
            <pc:docMk/>
            <pc:sldMk cId="1119198833" sldId="269"/>
            <ac:picMk id="3" creationId="{454B6084-E586-1EBC-5D35-EB54A37CE899}"/>
          </ac:picMkLst>
        </pc:picChg>
        <pc:picChg chg="add del mod">
          <ac:chgData name="Andrew Nedilko" userId="2b6e3f8d-1fcd-4849-8afd-1c9e0b959e18" providerId="ADAL" clId="{7DA4D8DF-4EB2-F442-A06D-11B810B9BCBC}" dt="2023-07-28T06:44:13.241" v="332" actId="21"/>
          <ac:picMkLst>
            <pc:docMk/>
            <pc:sldMk cId="1119198833" sldId="269"/>
            <ac:picMk id="4" creationId="{5EA02ECC-AFAD-7E62-6504-452650A7AC73}"/>
          </ac:picMkLst>
        </pc:picChg>
        <pc:picChg chg="add del mod modCrop">
          <ac:chgData name="Andrew Nedilko" userId="2b6e3f8d-1fcd-4849-8afd-1c9e0b959e18" providerId="ADAL" clId="{7DA4D8DF-4EB2-F442-A06D-11B810B9BCBC}" dt="2023-07-28T06:18:37.570" v="37" actId="21"/>
          <ac:picMkLst>
            <pc:docMk/>
            <pc:sldMk cId="1119198833" sldId="269"/>
            <ac:picMk id="5" creationId="{D4623D18-EF60-D434-AF7A-7837CEC282D1}"/>
          </ac:picMkLst>
        </pc:picChg>
        <pc:picChg chg="add mod">
          <ac:chgData name="Andrew Nedilko" userId="2b6e3f8d-1fcd-4849-8afd-1c9e0b959e18" providerId="ADAL" clId="{7DA4D8DF-4EB2-F442-A06D-11B810B9BCBC}" dt="2023-07-28T06:43:50.730" v="324" actId="14100"/>
          <ac:picMkLst>
            <pc:docMk/>
            <pc:sldMk cId="1119198833" sldId="269"/>
            <ac:picMk id="6" creationId="{018A046E-FA12-FB0D-EE70-DE301DC66719}"/>
          </ac:picMkLst>
        </pc:picChg>
        <pc:picChg chg="add del mod modCrop">
          <ac:chgData name="Andrew Nedilko" userId="2b6e3f8d-1fcd-4849-8afd-1c9e0b959e18" providerId="ADAL" clId="{7DA4D8DF-4EB2-F442-A06D-11B810B9BCBC}" dt="2023-07-28T06:19:49.953" v="53" actId="21"/>
          <ac:picMkLst>
            <pc:docMk/>
            <pc:sldMk cId="1119198833" sldId="269"/>
            <ac:picMk id="7" creationId="{BFE39373-9F17-D83C-2639-2207B63807E2}"/>
          </ac:picMkLst>
        </pc:picChg>
        <pc:picChg chg="del">
          <ac:chgData name="Andrew Nedilko" userId="2b6e3f8d-1fcd-4849-8afd-1c9e0b959e18" providerId="ADAL" clId="{7DA4D8DF-4EB2-F442-A06D-11B810B9BCBC}" dt="2023-07-28T06:15:15.139" v="1" actId="478"/>
          <ac:picMkLst>
            <pc:docMk/>
            <pc:sldMk cId="1119198833" sldId="269"/>
            <ac:picMk id="8" creationId="{A2D115B6-2B17-3113-A75A-2196D65F79B2}"/>
          </ac:picMkLst>
        </pc:picChg>
        <pc:picChg chg="add mod">
          <ac:chgData name="Andrew Nedilko" userId="2b6e3f8d-1fcd-4849-8afd-1c9e0b959e18" providerId="ADAL" clId="{7DA4D8DF-4EB2-F442-A06D-11B810B9BCBC}" dt="2023-07-28T06:43:40.107" v="323" actId="1076"/>
          <ac:picMkLst>
            <pc:docMk/>
            <pc:sldMk cId="1119198833" sldId="269"/>
            <ac:picMk id="9" creationId="{A769696F-8887-D418-F133-FFD9F7822B1C}"/>
          </ac:picMkLst>
        </pc:picChg>
        <pc:picChg chg="add del mod modCrop">
          <ac:chgData name="Andrew Nedilko" userId="2b6e3f8d-1fcd-4849-8afd-1c9e0b959e18" providerId="ADAL" clId="{7DA4D8DF-4EB2-F442-A06D-11B810B9BCBC}" dt="2023-07-28T06:21:38.991" v="68" actId="21"/>
          <ac:picMkLst>
            <pc:docMk/>
            <pc:sldMk cId="1119198833" sldId="269"/>
            <ac:picMk id="10" creationId="{AA2434E8-13BA-1D4B-31E4-F5594152B05C}"/>
          </ac:picMkLst>
        </pc:picChg>
        <pc:picChg chg="add mod">
          <ac:chgData name="Andrew Nedilko" userId="2b6e3f8d-1fcd-4849-8afd-1c9e0b959e18" providerId="ADAL" clId="{7DA4D8DF-4EB2-F442-A06D-11B810B9BCBC}" dt="2023-07-28T06:43:58.568" v="331" actId="1038"/>
          <ac:picMkLst>
            <pc:docMk/>
            <pc:sldMk cId="1119198833" sldId="269"/>
            <ac:picMk id="11" creationId="{8AF19B12-1273-B6F0-C915-BC63DC655FB2}"/>
          </ac:picMkLst>
        </pc:picChg>
        <pc:picChg chg="del">
          <ac:chgData name="Andrew Nedilko" userId="2b6e3f8d-1fcd-4849-8afd-1c9e0b959e18" providerId="ADAL" clId="{7DA4D8DF-4EB2-F442-A06D-11B810B9BCBC}" dt="2023-07-28T06:15:15.139" v="1" actId="478"/>
          <ac:picMkLst>
            <pc:docMk/>
            <pc:sldMk cId="1119198833" sldId="269"/>
            <ac:picMk id="12" creationId="{669A8CB5-0D9B-1817-921D-901A8F0D00A7}"/>
          </ac:picMkLst>
        </pc:picChg>
        <pc:picChg chg="del">
          <ac:chgData name="Andrew Nedilko" userId="2b6e3f8d-1fcd-4849-8afd-1c9e0b959e18" providerId="ADAL" clId="{7DA4D8DF-4EB2-F442-A06D-11B810B9BCBC}" dt="2023-07-28T06:15:15.139" v="1" actId="478"/>
          <ac:picMkLst>
            <pc:docMk/>
            <pc:sldMk cId="1119198833" sldId="269"/>
            <ac:picMk id="14" creationId="{CA8AA3B4-9273-0CA6-6B2E-5B0C9149ABAB}"/>
          </ac:picMkLst>
        </pc:picChg>
        <pc:picChg chg="del">
          <ac:chgData name="Andrew Nedilko" userId="2b6e3f8d-1fcd-4849-8afd-1c9e0b959e18" providerId="ADAL" clId="{7DA4D8DF-4EB2-F442-A06D-11B810B9BCBC}" dt="2023-07-28T06:15:15.139" v="1" actId="478"/>
          <ac:picMkLst>
            <pc:docMk/>
            <pc:sldMk cId="1119198833" sldId="269"/>
            <ac:picMk id="16" creationId="{EFED07FD-4E17-FAC9-D9F0-45356D4898FB}"/>
          </ac:picMkLst>
        </pc:picChg>
        <pc:picChg chg="del">
          <ac:chgData name="Andrew Nedilko" userId="2b6e3f8d-1fcd-4849-8afd-1c9e0b959e18" providerId="ADAL" clId="{7DA4D8DF-4EB2-F442-A06D-11B810B9BCBC}" dt="2023-07-28T06:15:15.139" v="1" actId="478"/>
          <ac:picMkLst>
            <pc:docMk/>
            <pc:sldMk cId="1119198833" sldId="269"/>
            <ac:picMk id="18" creationId="{F14418BB-CD14-2678-7BE6-9BA50DA24C05}"/>
          </ac:picMkLst>
        </pc:picChg>
        <pc:picChg chg="del">
          <ac:chgData name="Andrew Nedilko" userId="2b6e3f8d-1fcd-4849-8afd-1c9e0b959e18" providerId="ADAL" clId="{7DA4D8DF-4EB2-F442-A06D-11B810B9BCBC}" dt="2023-07-28T06:15:15.139" v="1" actId="478"/>
          <ac:picMkLst>
            <pc:docMk/>
            <pc:sldMk cId="1119198833" sldId="269"/>
            <ac:picMk id="20" creationId="{F1F20179-43A0-CF23-1EDA-9F100FE2256E}"/>
          </ac:picMkLst>
        </pc:picChg>
        <pc:picChg chg="del">
          <ac:chgData name="Andrew Nedilko" userId="2b6e3f8d-1fcd-4849-8afd-1c9e0b959e18" providerId="ADAL" clId="{7DA4D8DF-4EB2-F442-A06D-11B810B9BCBC}" dt="2023-07-28T06:15:15.139" v="1" actId="478"/>
          <ac:picMkLst>
            <pc:docMk/>
            <pc:sldMk cId="1119198833" sldId="269"/>
            <ac:picMk id="22" creationId="{A237601C-4CCE-7496-18CA-42E539F8B818}"/>
          </ac:picMkLst>
        </pc:picChg>
      </pc:sldChg>
      <pc:sldChg chg="addSp delSp modSp add mod">
        <pc:chgData name="Andrew Nedilko" userId="2b6e3f8d-1fcd-4849-8afd-1c9e0b959e18" providerId="ADAL" clId="{7DA4D8DF-4EB2-F442-A06D-11B810B9BCBC}" dt="2023-07-28T06:53:58.871" v="443" actId="1038"/>
        <pc:sldMkLst>
          <pc:docMk/>
          <pc:sldMk cId="1377843332" sldId="270"/>
        </pc:sldMkLst>
        <pc:spChg chg="mod">
          <ac:chgData name="Andrew Nedilko" userId="2b6e3f8d-1fcd-4849-8afd-1c9e0b959e18" providerId="ADAL" clId="{7DA4D8DF-4EB2-F442-A06D-11B810B9BCBC}" dt="2023-07-28T06:53:58.871" v="443" actId="1038"/>
          <ac:spMkLst>
            <pc:docMk/>
            <pc:sldMk cId="1377843332" sldId="270"/>
            <ac:spMk id="23" creationId="{545E1C4C-08DC-2841-FFF9-62D4A1424D94}"/>
          </ac:spMkLst>
        </pc:spChg>
        <pc:picChg chg="add del mod modCrop">
          <ac:chgData name="Andrew Nedilko" userId="2b6e3f8d-1fcd-4849-8afd-1c9e0b959e18" providerId="ADAL" clId="{7DA4D8DF-4EB2-F442-A06D-11B810B9BCBC}" dt="2023-07-28T06:26:20.893" v="130" actId="21"/>
          <ac:picMkLst>
            <pc:docMk/>
            <pc:sldMk cId="1377843332" sldId="270"/>
            <ac:picMk id="2" creationId="{7D621BD1-66BD-C384-A377-B15A90E8A72A}"/>
          </ac:picMkLst>
        </pc:picChg>
        <pc:picChg chg="add mod">
          <ac:chgData name="Andrew Nedilko" userId="2b6e3f8d-1fcd-4849-8afd-1c9e0b959e18" providerId="ADAL" clId="{7DA4D8DF-4EB2-F442-A06D-11B810B9BCBC}" dt="2023-07-28T06:44:27.398" v="335" actId="14100"/>
          <ac:picMkLst>
            <pc:docMk/>
            <pc:sldMk cId="1377843332" sldId="270"/>
            <ac:picMk id="3" creationId="{121FBBB6-0276-7668-6DCB-CE50967A0FD2}"/>
          </ac:picMkLst>
        </pc:picChg>
        <pc:picChg chg="add del mod modCrop">
          <ac:chgData name="Andrew Nedilko" userId="2b6e3f8d-1fcd-4849-8afd-1c9e0b959e18" providerId="ADAL" clId="{7DA4D8DF-4EB2-F442-A06D-11B810B9BCBC}" dt="2023-07-28T06:27:35.911" v="143" actId="21"/>
          <ac:picMkLst>
            <pc:docMk/>
            <pc:sldMk cId="1377843332" sldId="270"/>
            <ac:picMk id="4" creationId="{7DBD4D7B-8F39-16C0-8181-8D73B1E84490}"/>
          </ac:picMkLst>
        </pc:picChg>
        <pc:picChg chg="add mod">
          <ac:chgData name="Andrew Nedilko" userId="2b6e3f8d-1fcd-4849-8afd-1c9e0b959e18" providerId="ADAL" clId="{7DA4D8DF-4EB2-F442-A06D-11B810B9BCBC}" dt="2023-07-28T06:45:07.470" v="368" actId="14100"/>
          <ac:picMkLst>
            <pc:docMk/>
            <pc:sldMk cId="1377843332" sldId="270"/>
            <ac:picMk id="5" creationId="{E8DE6176-206C-77B5-B753-3F4CB97284A8}"/>
          </ac:picMkLst>
        </pc:picChg>
        <pc:picChg chg="add del mod modCrop">
          <ac:chgData name="Andrew Nedilko" userId="2b6e3f8d-1fcd-4849-8afd-1c9e0b959e18" providerId="ADAL" clId="{7DA4D8DF-4EB2-F442-A06D-11B810B9BCBC}" dt="2023-07-28T06:29:02.995" v="159" actId="21"/>
          <ac:picMkLst>
            <pc:docMk/>
            <pc:sldMk cId="1377843332" sldId="270"/>
            <ac:picMk id="6" creationId="{8D470D17-6B40-8896-3F41-871EE65A0752}"/>
          </ac:picMkLst>
        </pc:picChg>
        <pc:picChg chg="add mod">
          <ac:chgData name="Andrew Nedilko" userId="2b6e3f8d-1fcd-4849-8afd-1c9e0b959e18" providerId="ADAL" clId="{7DA4D8DF-4EB2-F442-A06D-11B810B9BCBC}" dt="2023-07-28T06:45:18.823" v="375" actId="14100"/>
          <ac:picMkLst>
            <pc:docMk/>
            <pc:sldMk cId="1377843332" sldId="270"/>
            <ac:picMk id="7" creationId="{742928CD-D8C7-93D4-23D3-5A5ACFB7B697}"/>
          </ac:picMkLst>
        </pc:picChg>
        <pc:picChg chg="add mod">
          <ac:chgData name="Andrew Nedilko" userId="2b6e3f8d-1fcd-4849-8afd-1c9e0b959e18" providerId="ADAL" clId="{7DA4D8DF-4EB2-F442-A06D-11B810B9BCBC}" dt="2023-07-28T06:44:29.937" v="336" actId="1076"/>
          <ac:picMkLst>
            <pc:docMk/>
            <pc:sldMk cId="1377843332" sldId="270"/>
            <ac:picMk id="8" creationId="{ED246640-3F49-C8B8-A94B-2CC4D3270FE8}"/>
          </ac:picMkLst>
        </pc:picChg>
      </pc:sldChg>
      <pc:sldChg chg="addSp delSp modSp add mod">
        <pc:chgData name="Andrew Nedilko" userId="2b6e3f8d-1fcd-4849-8afd-1c9e0b959e18" providerId="ADAL" clId="{7DA4D8DF-4EB2-F442-A06D-11B810B9BCBC}" dt="2023-07-28T06:53:49.202" v="436" actId="1038"/>
        <pc:sldMkLst>
          <pc:docMk/>
          <pc:sldMk cId="4128302041" sldId="271"/>
        </pc:sldMkLst>
        <pc:spChg chg="mod">
          <ac:chgData name="Andrew Nedilko" userId="2b6e3f8d-1fcd-4849-8afd-1c9e0b959e18" providerId="ADAL" clId="{7DA4D8DF-4EB2-F442-A06D-11B810B9BCBC}" dt="2023-07-28T06:53:49.202" v="436" actId="1038"/>
          <ac:spMkLst>
            <pc:docMk/>
            <pc:sldMk cId="4128302041" sldId="271"/>
            <ac:spMk id="23" creationId="{545E1C4C-08DC-2841-FFF9-62D4A1424D94}"/>
          </ac:spMkLst>
        </pc:spChg>
        <pc:picChg chg="add del mod modCrop">
          <ac:chgData name="Andrew Nedilko" userId="2b6e3f8d-1fcd-4849-8afd-1c9e0b959e18" providerId="ADAL" clId="{7DA4D8DF-4EB2-F442-A06D-11B810B9BCBC}" dt="2023-07-28T06:30:11.546" v="173" actId="21"/>
          <ac:picMkLst>
            <pc:docMk/>
            <pc:sldMk cId="4128302041" sldId="271"/>
            <ac:picMk id="2" creationId="{E244D19D-2547-C376-6231-A6D24C32A00F}"/>
          </ac:picMkLst>
        </pc:picChg>
        <pc:picChg chg="add mod">
          <ac:chgData name="Andrew Nedilko" userId="2b6e3f8d-1fcd-4849-8afd-1c9e0b959e18" providerId="ADAL" clId="{7DA4D8DF-4EB2-F442-A06D-11B810B9BCBC}" dt="2023-07-28T06:46:16.175" v="412" actId="1038"/>
          <ac:picMkLst>
            <pc:docMk/>
            <pc:sldMk cId="4128302041" sldId="271"/>
            <ac:picMk id="3" creationId="{7EA84284-070B-2707-22B6-524014328B96}"/>
          </ac:picMkLst>
        </pc:picChg>
      </pc:sldChg>
      <pc:sldChg chg="addSp delSp modSp add mod">
        <pc:chgData name="Andrew Nedilko" userId="2b6e3f8d-1fcd-4849-8afd-1c9e0b959e18" providerId="ADAL" clId="{7DA4D8DF-4EB2-F442-A06D-11B810B9BCBC}" dt="2023-07-28T06:53:29.894" v="427" actId="1038"/>
        <pc:sldMkLst>
          <pc:docMk/>
          <pc:sldMk cId="383626088" sldId="272"/>
        </pc:sldMkLst>
        <pc:spChg chg="mod">
          <ac:chgData name="Andrew Nedilko" userId="2b6e3f8d-1fcd-4849-8afd-1c9e0b959e18" providerId="ADAL" clId="{7DA4D8DF-4EB2-F442-A06D-11B810B9BCBC}" dt="2023-07-28T06:53:29.894" v="427" actId="1038"/>
          <ac:spMkLst>
            <pc:docMk/>
            <pc:sldMk cId="383626088" sldId="272"/>
            <ac:spMk id="23" creationId="{545E1C4C-08DC-2841-FFF9-62D4A1424D94}"/>
          </ac:spMkLst>
        </pc:spChg>
        <pc:picChg chg="add del mod modCrop">
          <ac:chgData name="Andrew Nedilko" userId="2b6e3f8d-1fcd-4849-8afd-1c9e0b959e18" providerId="ADAL" clId="{7DA4D8DF-4EB2-F442-A06D-11B810B9BCBC}" dt="2023-07-28T06:32:36.969" v="185" actId="478"/>
          <ac:picMkLst>
            <pc:docMk/>
            <pc:sldMk cId="383626088" sldId="272"/>
            <ac:picMk id="2" creationId="{59D95A36-CDF6-A58A-7C78-22BDC153C20D}"/>
          </ac:picMkLst>
        </pc:picChg>
        <pc:picChg chg="add del mod modCrop">
          <ac:chgData name="Andrew Nedilko" userId="2b6e3f8d-1fcd-4849-8afd-1c9e0b959e18" providerId="ADAL" clId="{7DA4D8DF-4EB2-F442-A06D-11B810B9BCBC}" dt="2023-07-28T06:33:12.146" v="195" actId="21"/>
          <ac:picMkLst>
            <pc:docMk/>
            <pc:sldMk cId="383626088" sldId="272"/>
            <ac:picMk id="3" creationId="{74EDA1C5-1846-D983-CE16-F2006E956AD0}"/>
          </ac:picMkLst>
        </pc:picChg>
        <pc:picChg chg="add mod">
          <ac:chgData name="Andrew Nedilko" userId="2b6e3f8d-1fcd-4849-8afd-1c9e0b959e18" providerId="ADAL" clId="{7DA4D8DF-4EB2-F442-A06D-11B810B9BCBC}" dt="2023-07-28T06:41:31.378" v="271" actId="14100"/>
          <ac:picMkLst>
            <pc:docMk/>
            <pc:sldMk cId="383626088" sldId="272"/>
            <ac:picMk id="4" creationId="{8D1816BC-1643-A187-4668-07F3BB658592}"/>
          </ac:picMkLst>
        </pc:picChg>
        <pc:picChg chg="add del mod modCrop">
          <ac:chgData name="Andrew Nedilko" userId="2b6e3f8d-1fcd-4849-8afd-1c9e0b959e18" providerId="ADAL" clId="{7DA4D8DF-4EB2-F442-A06D-11B810B9BCBC}" dt="2023-07-28T06:34:13.866" v="209" actId="21"/>
          <ac:picMkLst>
            <pc:docMk/>
            <pc:sldMk cId="383626088" sldId="272"/>
            <ac:picMk id="5" creationId="{C5F3A96C-915A-5641-87AB-8D3CA46388EA}"/>
          </ac:picMkLst>
        </pc:picChg>
        <pc:picChg chg="add mod">
          <ac:chgData name="Andrew Nedilko" userId="2b6e3f8d-1fcd-4849-8afd-1c9e0b959e18" providerId="ADAL" clId="{7DA4D8DF-4EB2-F442-A06D-11B810B9BCBC}" dt="2023-07-28T06:42:11.368" v="304" actId="1035"/>
          <ac:picMkLst>
            <pc:docMk/>
            <pc:sldMk cId="383626088" sldId="272"/>
            <ac:picMk id="6" creationId="{2766CD61-E8DD-138D-0C58-98F697CF9DF1}"/>
          </ac:picMkLst>
        </pc:picChg>
        <pc:picChg chg="add del mod modCrop">
          <ac:chgData name="Andrew Nedilko" userId="2b6e3f8d-1fcd-4849-8afd-1c9e0b959e18" providerId="ADAL" clId="{7DA4D8DF-4EB2-F442-A06D-11B810B9BCBC}" dt="2023-07-28T06:35:09.081" v="221" actId="21"/>
          <ac:picMkLst>
            <pc:docMk/>
            <pc:sldMk cId="383626088" sldId="272"/>
            <ac:picMk id="7" creationId="{48DBF788-2DB7-2C4C-8631-32D4CBE9BACF}"/>
          </ac:picMkLst>
        </pc:picChg>
        <pc:picChg chg="add mod">
          <ac:chgData name="Andrew Nedilko" userId="2b6e3f8d-1fcd-4849-8afd-1c9e0b959e18" providerId="ADAL" clId="{7DA4D8DF-4EB2-F442-A06D-11B810B9BCBC}" dt="2023-07-28T06:41:20.071" v="269" actId="14100"/>
          <ac:picMkLst>
            <pc:docMk/>
            <pc:sldMk cId="383626088" sldId="272"/>
            <ac:picMk id="8" creationId="{3FC61A33-F869-68BD-474A-CC5214E6D471}"/>
          </ac:picMkLst>
        </pc:picChg>
      </pc:sldChg>
      <pc:sldChg chg="addSp delSp modSp add mod">
        <pc:chgData name="Andrew Nedilko" userId="2b6e3f8d-1fcd-4849-8afd-1c9e0b959e18" providerId="ADAL" clId="{7DA4D8DF-4EB2-F442-A06D-11B810B9BCBC}" dt="2023-07-28T06:53:37.230" v="429" actId="20577"/>
        <pc:sldMkLst>
          <pc:docMk/>
          <pc:sldMk cId="1585633742" sldId="273"/>
        </pc:sldMkLst>
        <pc:spChg chg="mod">
          <ac:chgData name="Andrew Nedilko" userId="2b6e3f8d-1fcd-4849-8afd-1c9e0b959e18" providerId="ADAL" clId="{7DA4D8DF-4EB2-F442-A06D-11B810B9BCBC}" dt="2023-07-28T06:53:37.230" v="429" actId="20577"/>
          <ac:spMkLst>
            <pc:docMk/>
            <pc:sldMk cId="1585633742" sldId="273"/>
            <ac:spMk id="23" creationId="{545E1C4C-08DC-2841-FFF9-62D4A1424D94}"/>
          </ac:spMkLst>
        </pc:spChg>
        <pc:picChg chg="add del mod">
          <ac:chgData name="Andrew Nedilko" userId="2b6e3f8d-1fcd-4849-8afd-1c9e0b959e18" providerId="ADAL" clId="{7DA4D8DF-4EB2-F442-A06D-11B810B9BCBC}" dt="2023-07-28T06:35:57.232" v="226" actId="478"/>
          <ac:picMkLst>
            <pc:docMk/>
            <pc:sldMk cId="1585633742" sldId="273"/>
            <ac:picMk id="2" creationId="{02263B6A-C4C6-38ED-BF36-DF20DFDCF339}"/>
          </ac:picMkLst>
        </pc:picChg>
        <pc:picChg chg="add del mod modCrop">
          <ac:chgData name="Andrew Nedilko" userId="2b6e3f8d-1fcd-4849-8afd-1c9e0b959e18" providerId="ADAL" clId="{7DA4D8DF-4EB2-F442-A06D-11B810B9BCBC}" dt="2023-07-28T06:38:40.249" v="237" actId="21"/>
          <ac:picMkLst>
            <pc:docMk/>
            <pc:sldMk cId="1585633742" sldId="273"/>
            <ac:picMk id="3" creationId="{1C15937B-EC03-7F7D-C93B-0461243AE51C}"/>
          </ac:picMkLst>
        </pc:picChg>
        <pc:picChg chg="add mod">
          <ac:chgData name="Andrew Nedilko" userId="2b6e3f8d-1fcd-4849-8afd-1c9e0b959e18" providerId="ADAL" clId="{7DA4D8DF-4EB2-F442-A06D-11B810B9BCBC}" dt="2023-07-28T06:40:40.188" v="263" actId="14100"/>
          <ac:picMkLst>
            <pc:docMk/>
            <pc:sldMk cId="1585633742" sldId="273"/>
            <ac:picMk id="4" creationId="{60301875-1026-1312-C102-E888A6FB8039}"/>
          </ac:picMkLst>
        </pc:picChg>
        <pc:picChg chg="add del mod modCrop">
          <ac:chgData name="Andrew Nedilko" userId="2b6e3f8d-1fcd-4849-8afd-1c9e0b959e18" providerId="ADAL" clId="{7DA4D8DF-4EB2-F442-A06D-11B810B9BCBC}" dt="2023-07-28T06:39:35.126" v="249" actId="21"/>
          <ac:picMkLst>
            <pc:docMk/>
            <pc:sldMk cId="1585633742" sldId="273"/>
            <ac:picMk id="5" creationId="{9D1D6B76-9561-69BF-D005-3477B45168D8}"/>
          </ac:picMkLst>
        </pc:picChg>
        <pc:picChg chg="add mod">
          <ac:chgData name="Andrew Nedilko" userId="2b6e3f8d-1fcd-4849-8afd-1c9e0b959e18" providerId="ADAL" clId="{7DA4D8DF-4EB2-F442-A06D-11B810B9BCBC}" dt="2023-07-28T06:40:45.117" v="264" actId="14100"/>
          <ac:picMkLst>
            <pc:docMk/>
            <pc:sldMk cId="1585633742" sldId="273"/>
            <ac:picMk id="6" creationId="{E99A1CF9-EFBB-AB86-EF00-599CA3EB963F}"/>
          </ac:picMkLst>
        </pc:picChg>
      </pc:sldChg>
      <pc:sldChg chg="addSp delSp modSp add mod">
        <pc:chgData name="Andrew Nedilko" userId="2b6e3f8d-1fcd-4849-8afd-1c9e0b959e18" providerId="ADAL" clId="{7DA4D8DF-4EB2-F442-A06D-11B810B9BCBC}" dt="2023-08-06T22:44:42.997" v="1492" actId="1035"/>
        <pc:sldMkLst>
          <pc:docMk/>
          <pc:sldMk cId="906029163" sldId="274"/>
        </pc:sldMkLst>
        <pc:spChg chg="mod">
          <ac:chgData name="Andrew Nedilko" userId="2b6e3f8d-1fcd-4849-8afd-1c9e0b959e18" providerId="ADAL" clId="{7DA4D8DF-4EB2-F442-A06D-11B810B9BCBC}" dt="2023-08-06T22:38:12.032" v="1429" actId="166"/>
          <ac:spMkLst>
            <pc:docMk/>
            <pc:sldMk cId="906029163" sldId="274"/>
            <ac:spMk id="23" creationId="{545E1C4C-08DC-2841-FFF9-62D4A1424D94}"/>
          </ac:spMkLst>
        </pc:spChg>
        <pc:picChg chg="add del mod">
          <ac:chgData name="Andrew Nedilko" userId="2b6e3f8d-1fcd-4849-8afd-1c9e0b959e18" providerId="ADAL" clId="{7DA4D8DF-4EB2-F442-A06D-11B810B9BCBC}" dt="2023-08-06T22:24:08.912" v="1385"/>
          <ac:picMkLst>
            <pc:docMk/>
            <pc:sldMk cId="906029163" sldId="274"/>
            <ac:picMk id="2" creationId="{02961A83-290E-DC00-0E48-9D76FB177A53}"/>
          </ac:picMkLst>
        </pc:picChg>
        <pc:picChg chg="add del mod modCrop">
          <ac:chgData name="Andrew Nedilko" userId="2b6e3f8d-1fcd-4849-8afd-1c9e0b959e18" providerId="ADAL" clId="{7DA4D8DF-4EB2-F442-A06D-11B810B9BCBC}" dt="2023-08-06T22:24:43.266" v="1393" actId="21"/>
          <ac:picMkLst>
            <pc:docMk/>
            <pc:sldMk cId="906029163" sldId="274"/>
            <ac:picMk id="3" creationId="{53C4199F-B368-6E4E-CE34-2CFBDA6C5B87}"/>
          </ac:picMkLst>
        </pc:picChg>
        <pc:picChg chg="del">
          <ac:chgData name="Andrew Nedilko" userId="2b6e3f8d-1fcd-4849-8afd-1c9e0b959e18" providerId="ADAL" clId="{7DA4D8DF-4EB2-F442-A06D-11B810B9BCBC}" dt="2023-08-06T22:17:01.544" v="1367" actId="478"/>
          <ac:picMkLst>
            <pc:docMk/>
            <pc:sldMk cId="906029163" sldId="274"/>
            <ac:picMk id="4" creationId="{60301875-1026-1312-C102-E888A6FB8039}"/>
          </ac:picMkLst>
        </pc:picChg>
        <pc:picChg chg="add mod">
          <ac:chgData name="Andrew Nedilko" userId="2b6e3f8d-1fcd-4849-8afd-1c9e0b959e18" providerId="ADAL" clId="{7DA4D8DF-4EB2-F442-A06D-11B810B9BCBC}" dt="2023-08-06T22:44:20.925" v="1485" actId="1038"/>
          <ac:picMkLst>
            <pc:docMk/>
            <pc:sldMk cId="906029163" sldId="274"/>
            <ac:picMk id="5" creationId="{4FC23741-0A62-9BBD-3A9C-957222D654EA}"/>
          </ac:picMkLst>
        </pc:picChg>
        <pc:picChg chg="del">
          <ac:chgData name="Andrew Nedilko" userId="2b6e3f8d-1fcd-4849-8afd-1c9e0b959e18" providerId="ADAL" clId="{7DA4D8DF-4EB2-F442-A06D-11B810B9BCBC}" dt="2023-08-06T22:17:02.315" v="1368" actId="478"/>
          <ac:picMkLst>
            <pc:docMk/>
            <pc:sldMk cId="906029163" sldId="274"/>
            <ac:picMk id="6" creationId="{E99A1CF9-EFBB-AB86-EF00-599CA3EB963F}"/>
          </ac:picMkLst>
        </pc:picChg>
        <pc:picChg chg="add del mod modCrop">
          <ac:chgData name="Andrew Nedilko" userId="2b6e3f8d-1fcd-4849-8afd-1c9e0b959e18" providerId="ADAL" clId="{7DA4D8DF-4EB2-F442-A06D-11B810B9BCBC}" dt="2023-08-06T22:28:08.531" v="1411" actId="21"/>
          <ac:picMkLst>
            <pc:docMk/>
            <pc:sldMk cId="906029163" sldId="274"/>
            <ac:picMk id="7" creationId="{4BBC0353-4782-0785-7F8F-A6FB789725ED}"/>
          </ac:picMkLst>
        </pc:picChg>
        <pc:picChg chg="add del mod">
          <ac:chgData name="Andrew Nedilko" userId="2b6e3f8d-1fcd-4849-8afd-1c9e0b959e18" providerId="ADAL" clId="{7DA4D8DF-4EB2-F442-A06D-11B810B9BCBC}" dt="2023-08-06T22:42:04.027" v="1434" actId="478"/>
          <ac:picMkLst>
            <pc:docMk/>
            <pc:sldMk cId="906029163" sldId="274"/>
            <ac:picMk id="8" creationId="{A030102D-286A-D4E8-E9A7-2D763042778A}"/>
          </ac:picMkLst>
        </pc:picChg>
        <pc:picChg chg="add del mod modCrop">
          <ac:chgData name="Andrew Nedilko" userId="2b6e3f8d-1fcd-4849-8afd-1c9e0b959e18" providerId="ADAL" clId="{7DA4D8DF-4EB2-F442-A06D-11B810B9BCBC}" dt="2023-08-06T22:37:04.891" v="1426" actId="21"/>
          <ac:picMkLst>
            <pc:docMk/>
            <pc:sldMk cId="906029163" sldId="274"/>
            <ac:picMk id="9" creationId="{88FEF1FF-2AC9-A9EB-0CB2-E7DB77CB19F1}"/>
          </ac:picMkLst>
        </pc:picChg>
        <pc:picChg chg="add mod">
          <ac:chgData name="Andrew Nedilko" userId="2b6e3f8d-1fcd-4849-8afd-1c9e0b959e18" providerId="ADAL" clId="{7DA4D8DF-4EB2-F442-A06D-11B810B9BCBC}" dt="2023-08-06T22:44:42.997" v="1492" actId="1035"/>
          <ac:picMkLst>
            <pc:docMk/>
            <pc:sldMk cId="906029163" sldId="274"/>
            <ac:picMk id="10" creationId="{6214715C-BB54-2894-0D43-28CF61DAF09D}"/>
          </ac:picMkLst>
        </pc:picChg>
        <pc:picChg chg="add del mod modCrop">
          <ac:chgData name="Andrew Nedilko" userId="2b6e3f8d-1fcd-4849-8afd-1c9e0b959e18" providerId="ADAL" clId="{7DA4D8DF-4EB2-F442-A06D-11B810B9BCBC}" dt="2023-08-06T22:42:39.676" v="1445" actId="21"/>
          <ac:picMkLst>
            <pc:docMk/>
            <pc:sldMk cId="906029163" sldId="274"/>
            <ac:picMk id="11" creationId="{ADC48EA7-1C0B-2EFD-7D61-3FE3E257B3F3}"/>
          </ac:picMkLst>
        </pc:picChg>
        <pc:picChg chg="add mod">
          <ac:chgData name="Andrew Nedilko" userId="2b6e3f8d-1fcd-4849-8afd-1c9e0b959e18" providerId="ADAL" clId="{7DA4D8DF-4EB2-F442-A06D-11B810B9BCBC}" dt="2023-08-06T22:44:20.925" v="1485" actId="1038"/>
          <ac:picMkLst>
            <pc:docMk/>
            <pc:sldMk cId="906029163" sldId="274"/>
            <ac:picMk id="12" creationId="{6FA57C1F-5F4B-C438-E0AE-F331E814198B}"/>
          </ac:picMkLst>
        </pc:picChg>
      </pc:sldChg>
      <pc:sldChg chg="addSp delSp modSp add mod">
        <pc:chgData name="Andrew Nedilko" userId="2b6e3f8d-1fcd-4849-8afd-1c9e0b959e18" providerId="ADAL" clId="{7DA4D8DF-4EB2-F442-A06D-11B810B9BCBC}" dt="2023-08-08T05:11:21.385" v="1542" actId="14100"/>
        <pc:sldMkLst>
          <pc:docMk/>
          <pc:sldMk cId="96252867" sldId="275"/>
        </pc:sldMkLst>
        <pc:spChg chg="mod">
          <ac:chgData name="Andrew Nedilko" userId="2b6e3f8d-1fcd-4849-8afd-1c9e0b959e18" providerId="ADAL" clId="{7DA4D8DF-4EB2-F442-A06D-11B810B9BCBC}" dt="2023-08-06T22:17:23.904" v="1375" actId="20577"/>
          <ac:spMkLst>
            <pc:docMk/>
            <pc:sldMk cId="96252867" sldId="275"/>
            <ac:spMk id="23" creationId="{545E1C4C-08DC-2841-FFF9-62D4A1424D94}"/>
          </ac:spMkLst>
        </pc:spChg>
        <pc:picChg chg="add del mod modCrop">
          <ac:chgData name="Andrew Nedilko" userId="2b6e3f8d-1fcd-4849-8afd-1c9e0b959e18" providerId="ADAL" clId="{7DA4D8DF-4EB2-F442-A06D-11B810B9BCBC}" dt="2023-08-06T22:47:44.938" v="1504" actId="21"/>
          <ac:picMkLst>
            <pc:docMk/>
            <pc:sldMk cId="96252867" sldId="275"/>
            <ac:picMk id="2" creationId="{878C73CF-CD01-CFE9-50EA-16AD31A3FCD9}"/>
          </ac:picMkLst>
        </pc:picChg>
        <pc:picChg chg="add del mod modCrop">
          <ac:chgData name="Andrew Nedilko" userId="2b6e3f8d-1fcd-4849-8afd-1c9e0b959e18" providerId="ADAL" clId="{7DA4D8DF-4EB2-F442-A06D-11B810B9BCBC}" dt="2023-08-08T05:10:44.022" v="1537" actId="21"/>
          <ac:picMkLst>
            <pc:docMk/>
            <pc:sldMk cId="96252867" sldId="275"/>
            <ac:picMk id="2" creationId="{E207CB8B-58D2-AAF1-730C-074DA6F7B08D}"/>
          </ac:picMkLst>
        </pc:picChg>
        <pc:picChg chg="add mod">
          <ac:chgData name="Andrew Nedilko" userId="2b6e3f8d-1fcd-4849-8afd-1c9e0b959e18" providerId="ADAL" clId="{7DA4D8DF-4EB2-F442-A06D-11B810B9BCBC}" dt="2023-08-08T05:11:01.803" v="1540" actId="14100"/>
          <ac:picMkLst>
            <pc:docMk/>
            <pc:sldMk cId="96252867" sldId="275"/>
            <ac:picMk id="3" creationId="{0863AEB4-50FD-BD3F-37A0-9127D96F8212}"/>
          </ac:picMkLst>
        </pc:picChg>
        <pc:picChg chg="add del mod modCrop">
          <ac:chgData name="Andrew Nedilko" userId="2b6e3f8d-1fcd-4849-8afd-1c9e0b959e18" providerId="ADAL" clId="{7DA4D8DF-4EB2-F442-A06D-11B810B9BCBC}" dt="2023-08-06T22:49:33.368" v="1521" actId="21"/>
          <ac:picMkLst>
            <pc:docMk/>
            <pc:sldMk cId="96252867" sldId="275"/>
            <ac:picMk id="4" creationId="{7220DCE8-2DF3-1CC2-764C-2F15D9448B9C}"/>
          </ac:picMkLst>
        </pc:picChg>
        <pc:picChg chg="add mod">
          <ac:chgData name="Andrew Nedilko" userId="2b6e3f8d-1fcd-4849-8afd-1c9e0b959e18" providerId="ADAL" clId="{7DA4D8DF-4EB2-F442-A06D-11B810B9BCBC}" dt="2023-08-08T05:11:21.385" v="1542" actId="14100"/>
          <ac:picMkLst>
            <pc:docMk/>
            <pc:sldMk cId="96252867" sldId="275"/>
            <ac:picMk id="4" creationId="{B3C29C7F-E289-3689-A26F-5C72A2A94BE4}"/>
          </ac:picMkLst>
        </pc:picChg>
        <pc:picChg chg="add mod">
          <ac:chgData name="Andrew Nedilko" userId="2b6e3f8d-1fcd-4849-8afd-1c9e0b959e18" providerId="ADAL" clId="{7DA4D8DF-4EB2-F442-A06D-11B810B9BCBC}" dt="2023-08-06T22:49:57.920" v="1527" actId="14100"/>
          <ac:picMkLst>
            <pc:docMk/>
            <pc:sldMk cId="96252867" sldId="275"/>
            <ac:picMk id="5" creationId="{E039DC49-9F9F-79C4-552E-08B4346195E9}"/>
          </ac:picMkLst>
        </pc:picChg>
      </pc:sldChg>
      <pc:sldChg chg="modSp add mod">
        <pc:chgData name="Andrew Nedilko" userId="2b6e3f8d-1fcd-4849-8afd-1c9e0b959e18" providerId="ADAL" clId="{7DA4D8DF-4EB2-F442-A06D-11B810B9BCBC}" dt="2023-08-06T22:17:31.283" v="1379" actId="20577"/>
        <pc:sldMkLst>
          <pc:docMk/>
          <pc:sldMk cId="3887046401" sldId="276"/>
        </pc:sldMkLst>
        <pc:spChg chg="mod">
          <ac:chgData name="Andrew Nedilko" userId="2b6e3f8d-1fcd-4849-8afd-1c9e0b959e18" providerId="ADAL" clId="{7DA4D8DF-4EB2-F442-A06D-11B810B9BCBC}" dt="2023-08-06T22:17:31.283" v="1379" actId="20577"/>
          <ac:spMkLst>
            <pc:docMk/>
            <pc:sldMk cId="3887046401" sldId="276"/>
            <ac:spMk id="23" creationId="{545E1C4C-08DC-2841-FFF9-62D4A1424D94}"/>
          </ac:spMkLst>
        </pc:spChg>
      </pc:sldChg>
      <pc:sldChg chg="modSp add mod">
        <pc:chgData name="Andrew Nedilko" userId="2b6e3f8d-1fcd-4849-8afd-1c9e0b959e18" providerId="ADAL" clId="{7DA4D8DF-4EB2-F442-A06D-11B810B9BCBC}" dt="2023-08-06T22:17:37.311" v="1383" actId="20577"/>
        <pc:sldMkLst>
          <pc:docMk/>
          <pc:sldMk cId="3226651998" sldId="277"/>
        </pc:sldMkLst>
        <pc:spChg chg="mod">
          <ac:chgData name="Andrew Nedilko" userId="2b6e3f8d-1fcd-4849-8afd-1c9e0b959e18" providerId="ADAL" clId="{7DA4D8DF-4EB2-F442-A06D-11B810B9BCBC}" dt="2023-08-06T22:17:37.311" v="1383" actId="20577"/>
          <ac:spMkLst>
            <pc:docMk/>
            <pc:sldMk cId="3226651998" sldId="277"/>
            <ac:spMk id="23" creationId="{545E1C4C-08DC-2841-FFF9-62D4A1424D9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3EFCB9-C671-5646-9A2A-752950E3A4CC}" type="datetimeFigureOut">
              <a:rPr lang="en-US" smtClean="0"/>
              <a:t>9/28/26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F4E856-3EB2-3044-8C30-999FC14100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893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F4E856-3EB2-3044-8C30-999FC14100E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0997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F29FB8-DA85-1F48-8A20-D33837BDD2B8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0337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AA85A-D2EB-054D-1B30-D61A74988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48225C-114B-AF98-B31E-C84E1DF71C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0FB758-7963-020F-3033-705E9B08D1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1C554D-9E55-A21A-8FF5-667EDB1896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F29FB8-DA85-1F48-8A20-D33837BDD2B8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4214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6FF3C-38D2-735B-36E8-0B58E88F2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DBA1BE-2D2B-ED39-CD22-3F58EA6697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9D7ABA-E797-036D-89DB-E72B240614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18EBB9-AD00-1ED5-FB6C-C09E49BBBE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F29FB8-DA85-1F48-8A20-D33837BDD2B8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2996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F4187-A674-1A4D-9F04-5E06EAE36311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C7F7B-7F63-0B4D-990C-2EAA7F8C7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718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F4187-A674-1A4D-9F04-5E06EAE36311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C7F7B-7F63-0B4D-990C-2EAA7F8C7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369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F4187-A674-1A4D-9F04-5E06EAE36311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C7F7B-7F63-0B4D-990C-2EAA7F8C7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150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F4187-A674-1A4D-9F04-5E06EAE36311}" type="datetimeFigureOut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C7F7B-7F63-0B4D-990C-2EAA7F8C7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966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F4187-A674-1A4D-9F04-5E06EAE36311}" type="datetimeFigureOut">
              <a:rPr lang="en-US" smtClean="0"/>
              <a:t>9/28/26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C7F7B-7F63-0B4D-990C-2EAA7F8C7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417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F4187-A674-1A4D-9F04-5E06EAE36311}" type="datetimeFigureOut">
              <a:rPr lang="en-US" smtClean="0"/>
              <a:t>9/28/26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C7F7B-7F63-0B4D-990C-2EAA7F8C7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142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F4187-A674-1A4D-9F04-5E06EAE36311}" type="datetimeFigureOut">
              <a:rPr lang="en-US" smtClean="0"/>
              <a:t>9/28/26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C7F7B-7F63-0B4D-990C-2EAA7F8C7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173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F4187-A674-1A4D-9F04-5E06EAE36311}" type="datetimeFigureOut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C7F7B-7F63-0B4D-990C-2EAA7F8C7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853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F4187-A674-1A4D-9F04-5E06EAE36311}" type="datetimeFigureOut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C7F7B-7F63-0B4D-990C-2EAA7F8C7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089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F4187-A674-1A4D-9F04-5E06EAE36311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C7F7B-7F63-0B4D-990C-2EAA7F8C7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742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F4187-A674-1A4D-9F04-5E06EAE36311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C7F7B-7F63-0B4D-990C-2EAA7F8C7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869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6F4187-A674-1A4D-9F04-5E06EAE36311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C7F7B-7F63-0B4D-990C-2EAA7F8C7C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564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10" Type="http://schemas.openxmlformats.org/officeDocument/2006/relationships/image" Target="../media/image54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Relationship Id="rId9" Type="http://schemas.openxmlformats.org/officeDocument/2006/relationships/image" Target="../media/image8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image" Target="../media/image100.png"/><Relationship Id="rId7" Type="http://schemas.openxmlformats.org/officeDocument/2006/relationships/image" Target="../media/image104.png"/><Relationship Id="rId12" Type="http://schemas.openxmlformats.org/officeDocument/2006/relationships/image" Target="../media/image109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3.png"/><Relationship Id="rId11" Type="http://schemas.openxmlformats.org/officeDocument/2006/relationships/image" Target="../media/image108.png"/><Relationship Id="rId5" Type="http://schemas.openxmlformats.org/officeDocument/2006/relationships/image" Target="../media/image102.png"/><Relationship Id="rId10" Type="http://schemas.openxmlformats.org/officeDocument/2006/relationships/image" Target="../media/image107.png"/><Relationship Id="rId4" Type="http://schemas.openxmlformats.org/officeDocument/2006/relationships/image" Target="../media/image101.png"/><Relationship Id="rId9" Type="http://schemas.openxmlformats.org/officeDocument/2006/relationships/image" Target="../media/image10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4.png"/><Relationship Id="rId5" Type="http://schemas.openxmlformats.org/officeDocument/2006/relationships/image" Target="../media/image113.png"/><Relationship Id="rId4" Type="http://schemas.openxmlformats.org/officeDocument/2006/relationships/image" Target="../media/image112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3" Type="http://schemas.openxmlformats.org/officeDocument/2006/relationships/image" Target="../media/image116.png"/><Relationship Id="rId7" Type="http://schemas.openxmlformats.org/officeDocument/2006/relationships/image" Target="../media/image120.png"/><Relationship Id="rId12" Type="http://schemas.openxmlformats.org/officeDocument/2006/relationships/image" Target="../media/image125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9.png"/><Relationship Id="rId11" Type="http://schemas.openxmlformats.org/officeDocument/2006/relationships/image" Target="../media/image124.png"/><Relationship Id="rId5" Type="http://schemas.openxmlformats.org/officeDocument/2006/relationships/image" Target="../media/image118.png"/><Relationship Id="rId10" Type="http://schemas.openxmlformats.org/officeDocument/2006/relationships/image" Target="../media/image123.png"/><Relationship Id="rId4" Type="http://schemas.openxmlformats.org/officeDocument/2006/relationships/image" Target="../media/image117.png"/><Relationship Id="rId9" Type="http://schemas.openxmlformats.org/officeDocument/2006/relationships/image" Target="../media/image12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9.png"/><Relationship Id="rId4" Type="http://schemas.openxmlformats.org/officeDocument/2006/relationships/image" Target="../media/image12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1.png"/><Relationship Id="rId4" Type="http://schemas.openxmlformats.org/officeDocument/2006/relationships/image" Target="../media/image15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png"/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4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E0E6A9-E963-2EA8-578C-75EE14B71F28}"/>
              </a:ext>
            </a:extLst>
          </p:cNvPr>
          <p:cNvSpPr txBox="1"/>
          <p:nvPr/>
        </p:nvSpPr>
        <p:spPr>
          <a:xfrm>
            <a:off x="8619527" y="0"/>
            <a:ext cx="32092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b="1" dirty="0"/>
              <a:t>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D9B4F9-1574-3FBD-FFC5-7EC1EB58BF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33" y="3641298"/>
            <a:ext cx="4381259" cy="32048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25F4FAC-1595-D7D3-1F51-A9B2434E67A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000" t="28886" r="53165" b="30810"/>
          <a:stretch/>
        </p:blipFill>
        <p:spPr>
          <a:xfrm>
            <a:off x="4454447" y="119826"/>
            <a:ext cx="4155002" cy="390021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7FBE74A-E117-A9C3-3857-57C0FE4823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52" y="119826"/>
            <a:ext cx="4155003" cy="34404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492A911-F6C1-1713-5FBD-B7B79DA2D5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5447" y="3870742"/>
            <a:ext cx="4155002" cy="2859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941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5" name="Picture 17" descr="Text&#10;&#10;Description automatically generated">
            <a:extLst>
              <a:ext uri="{FF2B5EF4-FFF2-40B4-BE49-F238E27FC236}">
                <a16:creationId xmlns:a16="http://schemas.microsoft.com/office/drawing/2014/main" id="{E64F91A5-5EEB-C2C6-2D91-5D1239BF4C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97" y="0"/>
            <a:ext cx="3470037" cy="2933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7">
            <a:extLst>
              <a:ext uri="{FF2B5EF4-FFF2-40B4-BE49-F238E27FC236}">
                <a16:creationId xmlns:a16="http://schemas.microsoft.com/office/drawing/2014/main" id="{43EF86D0-C8B7-7762-4E56-2ABAFC3372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476" y="826255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7E81912-DDBE-1A44-B49A-F783330AA7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1367" y="3323732"/>
            <a:ext cx="4122835" cy="31215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11E498B-9166-A0D0-A96D-E476D85CA5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2334" y="0"/>
            <a:ext cx="5412418" cy="332373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FC0BC7F-435D-82C2-1EEA-D2370E21B024}"/>
              </a:ext>
            </a:extLst>
          </p:cNvPr>
          <p:cNvSpPr txBox="1"/>
          <p:nvPr/>
        </p:nvSpPr>
        <p:spPr>
          <a:xfrm>
            <a:off x="8703845" y="571"/>
            <a:ext cx="32092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b="1" dirty="0"/>
              <a:t>2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66147A2-3BAD-AC0D-EA77-5734CF6D2B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2464" y="3323732"/>
            <a:ext cx="4893831" cy="2127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935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A7CD5EC-B189-1454-A70E-33DE519CA9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177" y="3745314"/>
            <a:ext cx="3577080" cy="3083690"/>
          </a:xfrm>
          <a:prstGeom prst="rect">
            <a:avLst/>
          </a:prstGeom>
        </p:spPr>
      </p:pic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4F3A9004-C338-D087-5A28-E26EBA1FD9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133088" cy="224965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E5492F6-A535-54DC-4335-7B2344C68A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206042"/>
            <a:ext cx="4008677" cy="2157824"/>
          </a:xfrm>
          <a:prstGeom prst="rect">
            <a:avLst/>
          </a:prstGeom>
        </p:spPr>
      </p:pic>
      <p:pic>
        <p:nvPicPr>
          <p:cNvPr id="18" name="Picture 17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9689201C-31D7-8B1D-42F2-BF90477C8B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974" y="4387312"/>
            <a:ext cx="3203981" cy="24416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139D54D-F2F1-F6A4-1BF0-CC391BFE55A3}"/>
              </a:ext>
            </a:extLst>
          </p:cNvPr>
          <p:cNvSpPr txBox="1"/>
          <p:nvPr/>
        </p:nvSpPr>
        <p:spPr>
          <a:xfrm>
            <a:off x="2684000" y="5021934"/>
            <a:ext cx="9637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[1, 2, 5] =&gt; 4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A5993A-FD5D-CF32-2E48-1F348ADC36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4913" y="22310"/>
            <a:ext cx="4470400" cy="3708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F490D5F-17D5-5315-399C-9905F1586E01}"/>
              </a:ext>
            </a:extLst>
          </p:cNvPr>
          <p:cNvSpPr txBox="1"/>
          <p:nvPr/>
        </p:nvSpPr>
        <p:spPr>
          <a:xfrm>
            <a:off x="8722115" y="0"/>
            <a:ext cx="32092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b="1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31701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CBB0E3-0D21-F727-FB15-DEE5886D59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51" y="57276"/>
            <a:ext cx="4292603" cy="2850685"/>
          </a:xfrm>
          <a:prstGeom prst="rect">
            <a:avLst/>
          </a:prstGeom>
        </p:spPr>
      </p:pic>
      <p:pic>
        <p:nvPicPr>
          <p:cNvPr id="17" name="Picture 16" descr="Text&#10;&#10;Description automatically generated">
            <a:extLst>
              <a:ext uri="{FF2B5EF4-FFF2-40B4-BE49-F238E27FC236}">
                <a16:creationId xmlns:a16="http://schemas.microsoft.com/office/drawing/2014/main" id="{439F3A81-4038-C264-9A1F-1FDDDA066A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8769" y="3428999"/>
            <a:ext cx="4055906" cy="2710259"/>
          </a:xfrm>
          <a:prstGeom prst="rect">
            <a:avLst/>
          </a:prstGeom>
        </p:spPr>
      </p:pic>
      <p:pic>
        <p:nvPicPr>
          <p:cNvPr id="11" name="Picture 13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90098F03-047D-0B2B-8141-CCF38F2FB0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50" y="2907960"/>
            <a:ext cx="4451883" cy="3868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4829D53-709C-335E-36ED-524DB19AA3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5234" y="9389"/>
            <a:ext cx="4292603" cy="33185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59CE262-9106-FA7A-CEF6-F787AB61AF1E}"/>
              </a:ext>
            </a:extLst>
          </p:cNvPr>
          <p:cNvSpPr txBox="1"/>
          <p:nvPr/>
        </p:nvSpPr>
        <p:spPr>
          <a:xfrm>
            <a:off x="8644675" y="9389"/>
            <a:ext cx="32092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b="1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86260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2F885-CCF9-C2F5-6A69-FCF4F92CE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C0A40D8-A2ED-5DB2-F198-59CD92CA04B2}"/>
              </a:ext>
            </a:extLst>
          </p:cNvPr>
          <p:cNvSpPr txBox="1"/>
          <p:nvPr/>
        </p:nvSpPr>
        <p:spPr>
          <a:xfrm>
            <a:off x="8644675" y="9389"/>
            <a:ext cx="32092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b="1" dirty="0"/>
              <a:t>5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FF4A556-D3C8-5DBC-EEE6-48C214553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88251"/>
            <a:ext cx="5998518" cy="28414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E42A1D0-A831-1F7E-90F5-46BF947230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3109" y="2451128"/>
            <a:ext cx="3534266" cy="22134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FD83DE-4253-6FAB-638E-2436E130A8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3109" y="-1"/>
            <a:ext cx="4349260" cy="24511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773A65-93EE-7F02-8119-D9ABC39236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6794" y="4191820"/>
            <a:ext cx="3157206" cy="26441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F9FF922-EF2F-EC52-2FCF-A5A201D587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3771900" cy="384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126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7C14B-64E9-3CD9-BBBA-4578CE660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text&#10;&#10;AI-generated content may be incorrect.">
            <a:extLst>
              <a:ext uri="{FF2B5EF4-FFF2-40B4-BE49-F238E27FC236}">
                <a16:creationId xmlns:a16="http://schemas.microsoft.com/office/drawing/2014/main" id="{FA859F43-E946-3510-D011-D59E62591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094244" cy="2614246"/>
          </a:xfrm>
          <a:prstGeom prst="rect">
            <a:avLst/>
          </a:prstGeom>
        </p:spPr>
      </p:pic>
      <p:pic>
        <p:nvPicPr>
          <p:cNvPr id="9" name="Picture 8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F4C6DD4E-F466-F067-6E12-2E08917B44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79078"/>
            <a:ext cx="6682154" cy="425813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BA264D4-CE21-20F1-0A11-80D03B6F2085}"/>
              </a:ext>
            </a:extLst>
          </p:cNvPr>
          <p:cNvSpPr txBox="1"/>
          <p:nvPr/>
        </p:nvSpPr>
        <p:spPr>
          <a:xfrm>
            <a:off x="8644675" y="9389"/>
            <a:ext cx="32092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b="1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172197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08C8D7D-D761-E79D-AA98-2A96C076A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744"/>
            <a:ext cx="3217762" cy="41192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AA6AC8D-3A74-CA2C-C319-C9CB9A4610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1634" y="103298"/>
            <a:ext cx="3023882" cy="335986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1F58E1C-15BA-A55B-7033-3F472BDE37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3310" y="104744"/>
            <a:ext cx="3023881" cy="563827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F5AA72E-93A7-72C1-EA32-822631E83B69}"/>
              </a:ext>
            </a:extLst>
          </p:cNvPr>
          <p:cNvSpPr txBox="1"/>
          <p:nvPr/>
        </p:nvSpPr>
        <p:spPr>
          <a:xfrm>
            <a:off x="8670403" y="104744"/>
            <a:ext cx="32092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b="1" dirty="0"/>
              <a:t>7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95DD401-1515-25EF-3E57-FD44EA7974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01" y="4349262"/>
            <a:ext cx="3185756" cy="241913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6F7F4E-3E79-F6BF-1815-8AA73BFF6ADE}"/>
              </a:ext>
            </a:extLst>
          </p:cNvPr>
          <p:cNvSpPr txBox="1"/>
          <p:nvPr/>
        </p:nvSpPr>
        <p:spPr>
          <a:xfrm rot="16200000">
            <a:off x="5507150" y="1910862"/>
            <a:ext cx="9085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Bin. 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73EE90-6913-BF6D-460C-6A1B274AF2B1}"/>
              </a:ext>
            </a:extLst>
          </p:cNvPr>
          <p:cNvSpPr txBox="1"/>
          <p:nvPr/>
        </p:nvSpPr>
        <p:spPr>
          <a:xfrm>
            <a:off x="8308069" y="3173270"/>
            <a:ext cx="9012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i="1" dirty="0"/>
              <a:t># build heap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E01905-63EA-ED4D-2152-8EE931A7AD3F}"/>
              </a:ext>
            </a:extLst>
          </p:cNvPr>
          <p:cNvSpPr txBox="1"/>
          <p:nvPr/>
        </p:nvSpPr>
        <p:spPr>
          <a:xfrm>
            <a:off x="8120502" y="3759421"/>
            <a:ext cx="10759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i="1" dirty="0"/>
              <a:t># extract </a:t>
            </a:r>
            <a:r>
              <a:rPr lang="en-US" sz="1100" b="1" i="1" dirty="0" err="1"/>
              <a:t>elems</a:t>
            </a:r>
            <a:endParaRPr lang="en-US" sz="1100" b="1" i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E3863D-73B4-2757-B429-8F98F56A432C}"/>
              </a:ext>
            </a:extLst>
          </p:cNvPr>
          <p:cNvSpPr txBox="1"/>
          <p:nvPr/>
        </p:nvSpPr>
        <p:spPr>
          <a:xfrm>
            <a:off x="7915389" y="4202093"/>
            <a:ext cx="5341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i="1"/>
              <a:t># root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344860-F362-F6FC-2430-94DAF08B9947}"/>
              </a:ext>
            </a:extLst>
          </p:cNvPr>
          <p:cNvSpPr txBox="1"/>
          <p:nvPr/>
        </p:nvSpPr>
        <p:spPr>
          <a:xfrm>
            <a:off x="7899860" y="4818316"/>
            <a:ext cx="13179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i="1"/>
              <a:t># if left child exists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6D41DC-9929-8DB6-FE3F-43AF36F60150}"/>
              </a:ext>
            </a:extLst>
          </p:cNvPr>
          <p:cNvSpPr txBox="1"/>
          <p:nvPr/>
        </p:nvSpPr>
        <p:spPr>
          <a:xfrm>
            <a:off x="7908639" y="5136453"/>
            <a:ext cx="104387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i="1"/>
              <a:t># if right exists</a:t>
            </a:r>
          </a:p>
        </p:txBody>
      </p:sp>
    </p:spTree>
    <p:extLst>
      <p:ext uri="{BB962C8B-B14F-4D97-AF65-F5344CB8AC3E}">
        <p14:creationId xmlns:p14="http://schemas.microsoft.com/office/powerpoint/2010/main" val="22810761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4DB2C-9B91-1FC1-A7D9-D8B10ABBD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0D279A8-E954-0C6E-49B0-61550354ED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2" y="15634"/>
            <a:ext cx="3582516" cy="3351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751F32B-713F-249A-F83B-8E58923549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14828"/>
            <a:ext cx="3786556" cy="354896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6B5E224-8192-8798-BD05-6AAADD75EE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8277" y="1305599"/>
            <a:ext cx="3786555" cy="55524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196AE41-3926-D308-BEC6-38229E41DF9B}"/>
              </a:ext>
            </a:extLst>
          </p:cNvPr>
          <p:cNvSpPr txBox="1"/>
          <p:nvPr/>
        </p:nvSpPr>
        <p:spPr>
          <a:xfrm>
            <a:off x="3786556" y="74250"/>
            <a:ext cx="32592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Queue - FIFO, stack - LIFO</a:t>
            </a:r>
          </a:p>
          <a:p>
            <a:r>
              <a:rPr lang="en-US" b="1"/>
              <a:t>Dequeue – double-ended queue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093A1F-5940-36B1-971E-E3A74D724C37}"/>
              </a:ext>
            </a:extLst>
          </p:cNvPr>
          <p:cNvSpPr txBox="1"/>
          <p:nvPr/>
        </p:nvSpPr>
        <p:spPr>
          <a:xfrm>
            <a:off x="8670403" y="104744"/>
            <a:ext cx="32092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b="1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733426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ack and white text with black text&#10;&#10;AI-generated content may be incorrect.">
            <a:extLst>
              <a:ext uri="{FF2B5EF4-FFF2-40B4-BE49-F238E27FC236}">
                <a16:creationId xmlns:a16="http://schemas.microsoft.com/office/drawing/2014/main" id="{D77702F4-04DA-573D-66C5-B2166E96B7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2176" y="2523761"/>
            <a:ext cx="3411824" cy="41250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53FD86F-95D7-0C18-E03E-E42F095B4D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505" y="39958"/>
            <a:ext cx="3191182" cy="26660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8CB5DB-04D7-7EC0-5A15-DA6A939248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00" y="2676714"/>
            <a:ext cx="3028908" cy="21966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BDD0620-DBF0-53AA-2293-4475A953D0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3922" y="2523761"/>
            <a:ext cx="2642070" cy="23772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35B3053-487A-EAA6-9567-F7501BC642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505" y="4864687"/>
            <a:ext cx="3579301" cy="195335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CB60906-73EE-16D8-2A9E-E7CAF2ECEB3A}"/>
              </a:ext>
            </a:extLst>
          </p:cNvPr>
          <p:cNvSpPr txBox="1"/>
          <p:nvPr/>
        </p:nvSpPr>
        <p:spPr>
          <a:xfrm>
            <a:off x="7424161" y="469439"/>
            <a:ext cx="1473654" cy="159382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sz="1400" b="1"/>
              <a:t>Articulation point</a:t>
            </a:r>
          </a:p>
          <a:p>
            <a:r>
              <a:rPr lang="en-US" sz="1400"/>
              <a:t>(vertex) or</a:t>
            </a:r>
          </a:p>
          <a:p>
            <a:r>
              <a:rPr lang="en-US" sz="1400" b="1"/>
              <a:t>bridge</a:t>
            </a:r>
            <a:r>
              <a:rPr lang="en-US" sz="1400"/>
              <a:t> (edge) –</a:t>
            </a:r>
          </a:p>
          <a:p>
            <a:r>
              <a:rPr lang="en-US" sz="1400"/>
              <a:t>disconnects graph</a:t>
            </a:r>
          </a:p>
          <a:p>
            <a:r>
              <a:rPr lang="en-US" sz="1400"/>
              <a:t>when removed.</a:t>
            </a:r>
          </a:p>
          <a:p>
            <a:r>
              <a:rPr lang="en-US" sz="1400"/>
              <a:t>Connectedness</a:t>
            </a:r>
          </a:p>
          <a:p>
            <a:r>
              <a:rPr lang="en-US" sz="1400"/>
              <a:t>verified by DFS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35AC6B-F838-627B-A9A9-1CB637088E33}"/>
              </a:ext>
            </a:extLst>
          </p:cNvPr>
          <p:cNvSpPr txBox="1"/>
          <p:nvPr/>
        </p:nvSpPr>
        <p:spPr>
          <a:xfrm>
            <a:off x="517582" y="2516776"/>
            <a:ext cx="2642070" cy="5175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120"/>
              </a:lnSpc>
            </a:pPr>
            <a:r>
              <a:rPr lang="en-US" sz="1100" b="1"/>
              <a:t>Textbook BFS + more efficient – enqueues</a:t>
            </a:r>
          </a:p>
          <a:p>
            <a:pPr>
              <a:lnSpc>
                <a:spcPts val="1120"/>
              </a:lnSpc>
            </a:pPr>
            <a:r>
              <a:rPr lang="en-US" sz="1100" b="1"/>
              <a:t>node once. Using pop() doesn’t make it</a:t>
            </a:r>
          </a:p>
          <a:p>
            <a:pPr>
              <a:lnSpc>
                <a:spcPts val="1120"/>
              </a:lnSpc>
            </a:pPr>
            <a:r>
              <a:rPr lang="en-US" sz="1100" b="1"/>
              <a:t>DFS! (becomes just some graph traversal)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D5C1C3-6F6A-E4C6-F09F-79F1BAB0A3AB}"/>
              </a:ext>
            </a:extLst>
          </p:cNvPr>
          <p:cNvSpPr txBox="1"/>
          <p:nvPr/>
        </p:nvSpPr>
        <p:spPr>
          <a:xfrm>
            <a:off x="4117493" y="39959"/>
            <a:ext cx="1239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/>
              <a:t>Graphs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E041D56-BAC7-DEE0-C63D-D75DF26DDD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88677" y="469292"/>
            <a:ext cx="4162452" cy="205329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48189F9-FFE0-B791-2868-39DE45802273}"/>
              </a:ext>
            </a:extLst>
          </p:cNvPr>
          <p:cNvSpPr txBox="1"/>
          <p:nvPr/>
        </p:nvSpPr>
        <p:spPr>
          <a:xfrm>
            <a:off x="8710520" y="55436"/>
            <a:ext cx="32092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b="1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8542955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8F9FD-1B32-8A42-5B9B-42BE9723A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FED1AE60-3BAE-8746-EE18-1037DC76F0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451559" cy="6858000"/>
          </a:xfrm>
          <a:prstGeom prst="rect">
            <a:avLst/>
          </a:prstGeom>
        </p:spPr>
      </p:pic>
      <p:pic>
        <p:nvPicPr>
          <p:cNvPr id="19" name="Picture 18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95D423D2-6C2B-CAFA-E357-730753697B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2568" y="0"/>
            <a:ext cx="5120014" cy="68580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E8A8046-6F61-C2CE-01AA-0AB6025421D5}"/>
              </a:ext>
            </a:extLst>
          </p:cNvPr>
          <p:cNvSpPr txBox="1"/>
          <p:nvPr/>
        </p:nvSpPr>
        <p:spPr>
          <a:xfrm>
            <a:off x="8675351" y="-14902"/>
            <a:ext cx="45717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b="1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010894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418E576-611F-1450-B406-EC4E01C8B8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5576" y="4995319"/>
            <a:ext cx="2370110" cy="185094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2FF2E3E-6CD5-0FD5-836E-455BE1A5B2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5816" y="-1"/>
            <a:ext cx="3758184" cy="47015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F844173-781A-A819-54B5-B8ABEB0240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32" y="56986"/>
            <a:ext cx="2590528" cy="492649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2C5D9FA-03A4-4F45-0C2B-9393CFC876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33" y="4983480"/>
            <a:ext cx="3629771" cy="179333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3C57181-C5F3-F3DB-1521-1DD5E1C68D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02660" y="36576"/>
            <a:ext cx="2783156" cy="500681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5D1C495-E4FD-7893-B055-9A0B253B197B}"/>
              </a:ext>
            </a:extLst>
          </p:cNvPr>
          <p:cNvSpPr txBox="1"/>
          <p:nvPr/>
        </p:nvSpPr>
        <p:spPr>
          <a:xfrm>
            <a:off x="8758423" y="0"/>
            <a:ext cx="45717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b="1"/>
              <a:t>11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6E38F5-A0E1-B37B-5DB7-AD2E5BB68918}"/>
              </a:ext>
            </a:extLst>
          </p:cNvPr>
          <p:cNvSpPr txBox="1"/>
          <p:nvPr/>
        </p:nvSpPr>
        <p:spPr>
          <a:xfrm>
            <a:off x="7913245" y="2110544"/>
            <a:ext cx="11977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/>
              <a:t>Trees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1FC248-C197-D962-1D12-8030C53E7B8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85727" y="4701595"/>
            <a:ext cx="2362241" cy="21446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63BD888-FA28-176F-CC98-15FAFF44C4AC}"/>
              </a:ext>
            </a:extLst>
          </p:cNvPr>
          <p:cNvSpPr txBox="1"/>
          <p:nvPr/>
        </p:nvSpPr>
        <p:spPr>
          <a:xfrm>
            <a:off x="7809752" y="4102030"/>
            <a:ext cx="1370047" cy="9245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1050" b="1" dirty="0"/>
              <a:t>Binary tree as array</a:t>
            </a:r>
            <a:r>
              <a:rPr lang="en-US" sz="1050" dirty="0"/>
              <a:t>:</a:t>
            </a: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en-US" sz="1050" dirty="0"/>
              <a:t>node </a:t>
            </a:r>
            <a:r>
              <a:rPr lang="en-US" sz="1050" dirty="0" err="1"/>
              <a:t>i</a:t>
            </a:r>
            <a:endParaRPr lang="en-US" sz="1050" dirty="0"/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en-US" sz="1050" dirty="0"/>
              <a:t>parent: </a:t>
            </a:r>
            <a:r>
              <a:rPr lang="en-US" sz="1050" b="1" dirty="0"/>
              <a:t>(i-1)//2</a:t>
            </a: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en-US" sz="1050" dirty="0"/>
              <a:t>left child: </a:t>
            </a:r>
            <a:r>
              <a:rPr lang="en-US" sz="1050" b="1" dirty="0"/>
              <a:t>2*</a:t>
            </a:r>
            <a:r>
              <a:rPr lang="en-US" sz="1050" b="1" dirty="0" err="1"/>
              <a:t>i</a:t>
            </a:r>
            <a:r>
              <a:rPr lang="en-US" sz="1050" b="1" dirty="0"/>
              <a:t> + 1</a:t>
            </a: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en-US" sz="1050" dirty="0"/>
              <a:t>right child: </a:t>
            </a:r>
            <a:r>
              <a:rPr lang="en-US" sz="1050" b="1" dirty="0"/>
              <a:t>2*</a:t>
            </a:r>
            <a:r>
              <a:rPr lang="en-US" sz="1050" b="1" dirty="0" err="1"/>
              <a:t>i</a:t>
            </a:r>
            <a:r>
              <a:rPr lang="en-US" sz="1050" b="1" dirty="0"/>
              <a:t> + 2</a:t>
            </a:r>
          </a:p>
        </p:txBody>
      </p:sp>
    </p:spTree>
    <p:extLst>
      <p:ext uri="{BB962C8B-B14F-4D97-AF65-F5344CB8AC3E}">
        <p14:creationId xmlns:p14="http://schemas.microsoft.com/office/powerpoint/2010/main" val="4586372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02B0013-FF32-BC5A-1CE1-3986AD180C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1085" y="1996711"/>
            <a:ext cx="3009900" cy="19304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F00F305D-372A-3785-DCF1-4375F422D3B4}"/>
              </a:ext>
            </a:extLst>
          </p:cNvPr>
          <p:cNvSpPr txBox="1"/>
          <p:nvPr/>
        </p:nvSpPr>
        <p:spPr>
          <a:xfrm>
            <a:off x="8713971" y="-21475"/>
            <a:ext cx="45717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b="1"/>
              <a:t>12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5656ACE-4251-5B28-531F-36BE987693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6934" y="65504"/>
            <a:ext cx="3200400" cy="18669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DAE2B84-73BA-CF6B-CB0D-C626DA1EB2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950" y="4191306"/>
            <a:ext cx="2806700" cy="18923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1BD5308-8841-D4BB-DC6C-4AA0D93562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8815" y="2300996"/>
            <a:ext cx="3225800" cy="13462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9C764EF-26E7-EAAB-332C-5A8C6C789C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73400" y="3512"/>
            <a:ext cx="2997200" cy="21971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BDC8E02-0F9B-3531-7521-9916CE9F32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93252" y="5522822"/>
            <a:ext cx="2997200" cy="12319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500B6F2C-CE06-654C-B4AF-2670EEC7CD6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93252" y="3708282"/>
            <a:ext cx="3200400" cy="16256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B3D8A661-F9B2-5BBC-20D0-048AEEDE7B5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92947" y="5013173"/>
            <a:ext cx="3378200" cy="18415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DBF716C-2129-D7C0-CC37-073EFEBB604E}"/>
              </a:ext>
            </a:extLst>
          </p:cNvPr>
          <p:cNvSpPr txBox="1"/>
          <p:nvPr/>
        </p:nvSpPr>
        <p:spPr>
          <a:xfrm>
            <a:off x="6118237" y="233792"/>
            <a:ext cx="25957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/>
              <a:t>collections.deque</a:t>
            </a:r>
            <a:r>
              <a:rPr lang="en-US" sz="1200" dirty="0"/>
              <a:t> ("deck") - </a:t>
            </a:r>
            <a:r>
              <a:rPr lang="en-US" sz="1200" i="1" u="sng" dirty="0"/>
              <a:t>double-ended queue</a:t>
            </a:r>
            <a:r>
              <a:rPr lang="en-US" sz="1200" dirty="0"/>
              <a:t> from Python's standard library. Implemented as doubly linked list of fixed-size blocks - adding or removing items is O(1) at either end. Better than list.pop(0) which is O(n).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E0E7E6-4936-5DE7-4FDD-F931810852A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07793" y="1572487"/>
            <a:ext cx="3136207" cy="184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6241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2A2DB-5E6F-FBAD-3FA0-4416181B0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5217081A-E1D5-5A80-62BC-F114C3003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4181" y="2209491"/>
            <a:ext cx="2662177" cy="242190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28EEB92-4118-609B-5799-B42D15031C27}"/>
              </a:ext>
            </a:extLst>
          </p:cNvPr>
          <p:cNvSpPr txBox="1"/>
          <p:nvPr/>
        </p:nvSpPr>
        <p:spPr>
          <a:xfrm>
            <a:off x="8553691" y="33285"/>
            <a:ext cx="52779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14</a:t>
            </a:r>
          </a:p>
        </p:txBody>
      </p:sp>
      <p:pic>
        <p:nvPicPr>
          <p:cNvPr id="3" name="Picture 2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B6B089FC-C805-0C43-13F0-365D7EC490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5" y="4722472"/>
            <a:ext cx="3303290" cy="2042932"/>
          </a:xfrm>
          <a:prstGeom prst="rect">
            <a:avLst/>
          </a:prstGeom>
        </p:spPr>
      </p:pic>
      <p:pic>
        <p:nvPicPr>
          <p:cNvPr id="9" name="Picture 8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10A68577-E0CF-1766-0568-2AB2F03052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2153" y="0"/>
            <a:ext cx="3139484" cy="45865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7BE79B8-B35F-45AB-98FB-A16FE4EE5F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6358" y="1620137"/>
            <a:ext cx="3392979" cy="28065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35FFC59-98B5-D763-4CAE-251D789604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54785" y="4434648"/>
            <a:ext cx="3392978" cy="2436367"/>
          </a:xfrm>
          <a:prstGeom prst="rect">
            <a:avLst/>
          </a:prstGeom>
        </p:spPr>
      </p:pic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4EC5A61-DDFF-A3A1-56C9-A18A7190DA1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75067" y="33285"/>
            <a:ext cx="2965444" cy="2210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7470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CA751-25BD-6CD5-3C60-B4E2BE5FE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49304029-49AC-E50C-F78D-87A8AA8795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1" y="0"/>
            <a:ext cx="4330700" cy="3683000"/>
          </a:xfrm>
          <a:prstGeom prst="rect">
            <a:avLst/>
          </a:prstGeom>
        </p:spPr>
      </p:pic>
      <p:pic>
        <p:nvPicPr>
          <p:cNvPr id="10" name="Picture 9" descr="A computer screen shot of a code&#10;&#10;AI-generated content may be incorrect.">
            <a:extLst>
              <a:ext uri="{FF2B5EF4-FFF2-40B4-BE49-F238E27FC236}">
                <a16:creationId xmlns:a16="http://schemas.microsoft.com/office/drawing/2014/main" id="{1B76F0DD-C45E-A31E-D321-4363AA8DF1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83000"/>
            <a:ext cx="5181600" cy="2946400"/>
          </a:xfrm>
          <a:prstGeom prst="rect">
            <a:avLst/>
          </a:prstGeom>
        </p:spPr>
      </p:pic>
      <p:pic>
        <p:nvPicPr>
          <p:cNvPr id="6" name="Picture 5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232EBD2C-F612-E147-3F53-48E0A0FE2D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4201" y="33285"/>
            <a:ext cx="4394200" cy="522282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38280C4-991C-E4C9-1EBD-EF6F90937BFB}"/>
              </a:ext>
            </a:extLst>
          </p:cNvPr>
          <p:cNvSpPr txBox="1"/>
          <p:nvPr/>
        </p:nvSpPr>
        <p:spPr>
          <a:xfrm>
            <a:off x="8612306" y="33285"/>
            <a:ext cx="52779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6785471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FC23741-0A62-9BBD-3A9C-957222D65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6504" y="0"/>
            <a:ext cx="4717775" cy="38318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214715C-BB54-2894-0D43-28CF61DAF0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5399" y="46536"/>
            <a:ext cx="4518601" cy="679143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45E1C4C-08DC-2841-FFF9-62D4A1424D94}"/>
              </a:ext>
            </a:extLst>
          </p:cNvPr>
          <p:cNvSpPr txBox="1"/>
          <p:nvPr/>
        </p:nvSpPr>
        <p:spPr>
          <a:xfrm>
            <a:off x="8670921" y="-13607"/>
            <a:ext cx="52779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16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FA57C1F-5F4B-C438-E0AE-F331E81419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04" y="3831858"/>
            <a:ext cx="4664687" cy="3026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0291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2AC5851-7CD6-2D4E-DA4D-23C5D8A87E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5330" y="4725348"/>
            <a:ext cx="3559234" cy="213873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03A3431-F934-2AB2-FA52-78075CB007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4756" y="2601645"/>
            <a:ext cx="2592404" cy="213873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1D4E438-A483-42D7-74EE-4738FA7DD4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1098"/>
            <a:ext cx="1992923" cy="215342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FC74A24-87C1-21F3-5840-C2BA02EB36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1569" y="51098"/>
            <a:ext cx="3450422" cy="237470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44829DC-DAA3-A434-F0BE-854B8D8A8F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2923" y="2396"/>
            <a:ext cx="3528646" cy="248187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5C8C703-67B3-54B1-E071-C67F9F3EA5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75394" y="2425799"/>
            <a:ext cx="2973776" cy="189991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D9BDEB1-71D5-0CE3-BF0A-A6236ED11022}"/>
              </a:ext>
            </a:extLst>
          </p:cNvPr>
          <p:cNvSpPr txBox="1"/>
          <p:nvPr/>
        </p:nvSpPr>
        <p:spPr>
          <a:xfrm>
            <a:off x="6904684" y="4908328"/>
            <a:ext cx="18828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Linked Lists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F9BDA4A-D8EF-B69C-F881-D23091D51EB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155" y="2425800"/>
            <a:ext cx="3027601" cy="361630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CDC6734-2BE2-A742-EF11-BF91424F8F3F}"/>
              </a:ext>
            </a:extLst>
          </p:cNvPr>
          <p:cNvSpPr txBox="1"/>
          <p:nvPr/>
        </p:nvSpPr>
        <p:spPr>
          <a:xfrm>
            <a:off x="8725055" y="-12578"/>
            <a:ext cx="45717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b="1" dirty="0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8058767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C67B53C-F793-4A63-AD04-E345C8604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"/>
            <a:ext cx="4594783" cy="47592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8B518E-71EA-21DC-031B-C5EF00F5E3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23" y="-1883"/>
            <a:ext cx="4372707" cy="364975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2D7C4C-FA01-D8A1-72FF-5DC781C7BE66}"/>
              </a:ext>
            </a:extLst>
          </p:cNvPr>
          <p:cNvSpPr txBox="1"/>
          <p:nvPr/>
        </p:nvSpPr>
        <p:spPr>
          <a:xfrm>
            <a:off x="8725296" y="0"/>
            <a:ext cx="45717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b="1" dirty="0"/>
              <a:t>19</a:t>
            </a:r>
          </a:p>
        </p:txBody>
      </p:sp>
      <p:pic>
        <p:nvPicPr>
          <p:cNvPr id="9" name="Picture 8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4F441045-C66F-856D-159C-C203BC72B6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27" y="3612701"/>
            <a:ext cx="3314749" cy="333722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072CB15-AB3C-A9AD-C1F0-D6473726BC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4759275"/>
            <a:ext cx="3399692" cy="20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0884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545E1C4C-08DC-2841-FFF9-62D4A1424D94}"/>
              </a:ext>
            </a:extLst>
          </p:cNvPr>
          <p:cNvSpPr txBox="1"/>
          <p:nvPr/>
        </p:nvSpPr>
        <p:spPr>
          <a:xfrm>
            <a:off x="8606699" y="-6471"/>
            <a:ext cx="52779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20</a:t>
            </a:r>
          </a:p>
        </p:txBody>
      </p:sp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C173CEF5-F3C5-E7B1-7296-7E359A88B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5" y="0"/>
            <a:ext cx="8139023" cy="3429000"/>
          </a:xfrm>
          <a:prstGeom prst="rect">
            <a:avLst/>
          </a:prstGeom>
        </p:spPr>
      </p:pic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CCB499B3-B199-022F-95D7-17717D20CE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9231" y="2333357"/>
            <a:ext cx="4445263" cy="4524643"/>
          </a:xfrm>
          <a:prstGeom prst="rect">
            <a:avLst/>
          </a:prstGeom>
        </p:spPr>
      </p:pic>
      <p:pic>
        <p:nvPicPr>
          <p:cNvPr id="7" name="Picture 6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A546A159-3E3E-781B-82D6-9021147B3C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5" y="3405554"/>
            <a:ext cx="4796568" cy="3206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1988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63AEB4-50FD-BD3F-37A0-9127D96F82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347"/>
            <a:ext cx="4664765" cy="387239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855A9DF-7377-89F7-8318-3645E68B66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67" y="3900741"/>
            <a:ext cx="2694125" cy="30537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9BAA99A-C7C8-3C3A-83D8-0E941811EE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8527" y="75797"/>
            <a:ext cx="2249469" cy="15818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082007-5941-EAA2-463E-A321DA6B5E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4765" y="75797"/>
            <a:ext cx="2072814" cy="15818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3374D95-0B97-DC64-4B1A-D9BE67C041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82568" y="4171824"/>
            <a:ext cx="2734276" cy="21586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96CC582-E86E-D551-59CB-E9CF9E0FDD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92580" y="4936590"/>
            <a:ext cx="3267327" cy="187390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61A68AA-6678-3070-3EA4-ACE0CB1206AB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19340" t="37138" r="60708" b="34617"/>
          <a:stretch/>
        </p:blipFill>
        <p:spPr>
          <a:xfrm>
            <a:off x="4380916" y="1657681"/>
            <a:ext cx="2797248" cy="257170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45E1C4C-08DC-2841-FFF9-62D4A1424D94}"/>
              </a:ext>
            </a:extLst>
          </p:cNvPr>
          <p:cNvSpPr txBox="1"/>
          <p:nvPr/>
        </p:nvSpPr>
        <p:spPr>
          <a:xfrm>
            <a:off x="8624029" y="21562"/>
            <a:ext cx="52779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21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22B226-75F7-1FDF-F754-80091C0C05F8}"/>
              </a:ext>
            </a:extLst>
          </p:cNvPr>
          <p:cNvSpPr txBox="1"/>
          <p:nvPr/>
        </p:nvSpPr>
        <p:spPr>
          <a:xfrm>
            <a:off x="4655540" y="275114"/>
            <a:ext cx="9156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t.&amp;</a:t>
            </a:r>
            <a:r>
              <a:rPr lang="en-US" sz="1200" b="1" dirty="0" err="1"/>
              <a:t>s.c</a:t>
            </a:r>
            <a:r>
              <a:rPr lang="en-US" sz="1200" b="1" dirty="0"/>
              <a:t>. O(n)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B62C81-A36C-A970-044D-25D8FC2DD40C}"/>
              </a:ext>
            </a:extLst>
          </p:cNvPr>
          <p:cNvSpPr txBox="1"/>
          <p:nvPr/>
        </p:nvSpPr>
        <p:spPr>
          <a:xfrm>
            <a:off x="6690687" y="259944"/>
            <a:ext cx="22574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/>
              <a:t>M. doesn’t help </a:t>
            </a:r>
            <a:r>
              <a:rPr lang="en-US" sz="1200" b="1" err="1"/>
              <a:t>t.c.</a:t>
            </a:r>
            <a:r>
              <a:rPr lang="en-US" sz="1200" b="1"/>
              <a:t>, adds to </a:t>
            </a:r>
            <a:r>
              <a:rPr lang="en-US" sz="1200" b="1" err="1"/>
              <a:t>s.c.</a:t>
            </a:r>
            <a:endParaRPr lang="en-US" sz="1200" b="1"/>
          </a:p>
        </p:txBody>
      </p:sp>
      <p:pic>
        <p:nvPicPr>
          <p:cNvPr id="14" name="Picture 13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92FAC8DE-DD33-0679-5525-1D73D2D685C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46853" y="3296141"/>
            <a:ext cx="2259834" cy="158188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C07808A-C813-A38E-12EE-86D5BBE95C25}"/>
              </a:ext>
            </a:extLst>
          </p:cNvPr>
          <p:cNvSpPr txBox="1"/>
          <p:nvPr/>
        </p:nvSpPr>
        <p:spPr>
          <a:xfrm>
            <a:off x="4380916" y="1890406"/>
            <a:ext cx="22876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/>
              <a:t>Unlike for factorial M. helps here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531D12-31DC-C72B-2A52-74A892AC52BE}"/>
              </a:ext>
            </a:extLst>
          </p:cNvPr>
          <p:cNvSpPr txBox="1"/>
          <p:nvPr/>
        </p:nvSpPr>
        <p:spPr>
          <a:xfrm>
            <a:off x="6215489" y="2063638"/>
            <a:ext cx="18565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err="1"/>
              <a:t>s.c.</a:t>
            </a:r>
            <a:r>
              <a:rPr lang="en-US" sz="1200"/>
              <a:t> space + memo = 2O(n)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27A330-9D4E-2835-C3C3-1993E5794EAC}"/>
              </a:ext>
            </a:extLst>
          </p:cNvPr>
          <p:cNvSpPr txBox="1"/>
          <p:nvPr/>
        </p:nvSpPr>
        <p:spPr>
          <a:xfrm>
            <a:off x="6262514" y="5252072"/>
            <a:ext cx="22862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/>
              <a:t>because 2 calls for each n. </a:t>
            </a:r>
            <a:r>
              <a:rPr lang="en-US" sz="1100" i="1" err="1"/>
              <a:t>S.c.</a:t>
            </a:r>
            <a:r>
              <a:rPr lang="en-US" sz="1100" i="1"/>
              <a:t> O(n) –</a:t>
            </a:r>
          </a:p>
          <a:p>
            <a:r>
              <a:rPr lang="en-US" sz="1100" i="1"/>
              <a:t>         depth of recursion stack </a:t>
            </a:r>
          </a:p>
        </p:txBody>
      </p:sp>
    </p:spTree>
    <p:extLst>
      <p:ext uri="{BB962C8B-B14F-4D97-AF65-F5344CB8AC3E}">
        <p14:creationId xmlns:p14="http://schemas.microsoft.com/office/powerpoint/2010/main" val="962528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D1816BC-1643-A187-4668-07F3BB6585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6" y="-1"/>
            <a:ext cx="4761281" cy="42119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766CD61-E8DD-138D-0C58-98F697CF9D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84944"/>
            <a:ext cx="6864626" cy="25813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FC61A33-F869-68BD-474A-CC5214E6D4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9376" y="33285"/>
            <a:ext cx="4384624" cy="388039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45E1C4C-08DC-2841-FFF9-62D4A1424D94}"/>
              </a:ext>
            </a:extLst>
          </p:cNvPr>
          <p:cNvSpPr txBox="1"/>
          <p:nvPr/>
        </p:nvSpPr>
        <p:spPr>
          <a:xfrm>
            <a:off x="8606699" y="-6471"/>
            <a:ext cx="52779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/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3836260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2D115B6-2B17-3113-A75A-2196D65F7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060"/>
            <a:ext cx="3888014" cy="408392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13AE24A-51C7-F22E-4497-8537316886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4831" y="32060"/>
            <a:ext cx="5353400" cy="4815558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45E1C4C-08DC-2841-FFF9-62D4A1424D94}"/>
              </a:ext>
            </a:extLst>
          </p:cNvPr>
          <p:cNvSpPr txBox="1"/>
          <p:nvPr/>
        </p:nvSpPr>
        <p:spPr>
          <a:xfrm>
            <a:off x="8606699" y="-6471"/>
            <a:ext cx="52779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/>
              <a:t>23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4B6084-E586-1EBC-5D35-EB54A37CE8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70" y="3856258"/>
            <a:ext cx="3922222" cy="2969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6285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545E1C4C-08DC-2841-FFF9-62D4A1424D94}"/>
              </a:ext>
            </a:extLst>
          </p:cNvPr>
          <p:cNvSpPr txBox="1"/>
          <p:nvPr/>
        </p:nvSpPr>
        <p:spPr>
          <a:xfrm>
            <a:off x="8553691" y="33285"/>
            <a:ext cx="52779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/>
              <a:t>24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301875-1026-1312-C102-E888A6FB8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5300870" cy="45002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99A1CF9-EFBB-AB86-EF00-599CA3EB96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0205" y="2357718"/>
            <a:ext cx="3943795" cy="4500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6337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545E1C4C-08DC-2841-FFF9-62D4A1424D94}"/>
              </a:ext>
            </a:extLst>
          </p:cNvPr>
          <p:cNvSpPr txBox="1"/>
          <p:nvPr/>
        </p:nvSpPr>
        <p:spPr>
          <a:xfrm>
            <a:off x="8606699" y="439003"/>
            <a:ext cx="52779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/>
              <a:t>19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A84284-070B-2707-22B6-524014328B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6" y="445474"/>
            <a:ext cx="5135335" cy="516987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8675187-2737-ACCE-D9C2-F54485E67C33}"/>
              </a:ext>
            </a:extLst>
          </p:cNvPr>
          <p:cNvSpPr txBox="1"/>
          <p:nvPr/>
        </p:nvSpPr>
        <p:spPr>
          <a:xfrm>
            <a:off x="0" y="5615351"/>
            <a:ext cx="19046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err="1"/>
              <a:t>nLog</a:t>
            </a:r>
            <a:r>
              <a:rPr lang="en-US" b="1"/>
              <a:t>(n) solution –</a:t>
            </a:r>
          </a:p>
          <a:p>
            <a:r>
              <a:rPr lang="en-US" b="1"/>
              <a:t>sort, then get</a:t>
            </a:r>
          </a:p>
          <a:p>
            <a:r>
              <a:rPr lang="en-US" b="1"/>
              <a:t>kth element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D1346D-DEAA-837A-6CD2-633BAA11A0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7815" y="445474"/>
            <a:ext cx="4075732" cy="59259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F710925-F928-C6DF-DD1F-E9E58A9CF84A}"/>
              </a:ext>
            </a:extLst>
          </p:cNvPr>
          <p:cNvSpPr txBox="1"/>
          <p:nvPr/>
        </p:nvSpPr>
        <p:spPr>
          <a:xfrm>
            <a:off x="8712206" y="11724"/>
            <a:ext cx="45717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b="1"/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41283020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4EAC7E23-D8F2-25A4-B366-C68AC7EF71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2708" y="1614163"/>
            <a:ext cx="3261351" cy="1593893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45E1C4C-08DC-2841-FFF9-62D4A1424D94}"/>
              </a:ext>
            </a:extLst>
          </p:cNvPr>
          <p:cNvSpPr txBox="1"/>
          <p:nvPr/>
        </p:nvSpPr>
        <p:spPr>
          <a:xfrm>
            <a:off x="8600583" y="9839"/>
            <a:ext cx="52779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/>
              <a:t>26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575CD8-5873-34C3-58C8-C5C9271660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14" y="88529"/>
            <a:ext cx="4356100" cy="4191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39E3E5-5E95-2CBF-C611-1A91C55514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13" y="507629"/>
            <a:ext cx="4356099" cy="18612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897EFED-C7AA-1EC9-C07A-B060F2072E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60" y="2487256"/>
            <a:ext cx="4330700" cy="14478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E4156DF-135C-60E0-83BB-E2548E61B2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39310" y="2787971"/>
            <a:ext cx="2151398" cy="113002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A778940-FF87-31E4-F90E-4CA993AF43F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58141" y="1550651"/>
            <a:ext cx="3072046" cy="85072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01A713D-0955-8618-48E3-68272D0EF8A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960" y="3935056"/>
            <a:ext cx="4062336" cy="131596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32DEFFA-1D5F-DD05-8121-CE5BDF0E406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90708" y="29469"/>
            <a:ext cx="3445353" cy="165275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CC73299-0BDE-BF30-018B-8A7705CA095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25222" y="4529976"/>
            <a:ext cx="5718778" cy="233467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5229BED-9C73-D3B3-1C2C-5413327EA71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513" y="5252761"/>
            <a:ext cx="3791857" cy="147461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BC24944-91E8-4934-9847-52F7338A4FB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36296" y="3215430"/>
            <a:ext cx="4855405" cy="1577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0464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FF791025-CC0F-D249-FAEC-3A2322D4C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6025" y="33285"/>
            <a:ext cx="5435462" cy="474187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45E1C4C-08DC-2841-FFF9-62D4A1424D94}"/>
              </a:ext>
            </a:extLst>
          </p:cNvPr>
          <p:cNvSpPr txBox="1"/>
          <p:nvPr/>
        </p:nvSpPr>
        <p:spPr>
          <a:xfrm>
            <a:off x="8612306" y="-1884"/>
            <a:ext cx="52779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/>
              <a:t>27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4439FCA-EA4F-057E-6DC0-31313DFAB1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13" y="34731"/>
            <a:ext cx="3583511" cy="325250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2B8FA27-BCE4-8C38-3635-3B981B5332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14" y="3289020"/>
            <a:ext cx="3583511" cy="165676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6FB3E49-3FAA-13E9-54CB-7EE9CD70C9E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0566" t="31759" r="47854" b="45494"/>
          <a:stretch/>
        </p:blipFill>
        <p:spPr>
          <a:xfrm>
            <a:off x="62513" y="4900036"/>
            <a:ext cx="4130767" cy="192323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355F70A-0A01-BF98-7ACE-D78BD84FFD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1237" y="5135159"/>
            <a:ext cx="5162453" cy="1715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6519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B81B39F-0336-7711-5157-63BC327E87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6111" y="33285"/>
            <a:ext cx="2302891" cy="193652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45E1C4C-08DC-2841-FFF9-62D4A1424D94}"/>
              </a:ext>
            </a:extLst>
          </p:cNvPr>
          <p:cNvSpPr txBox="1"/>
          <p:nvPr/>
        </p:nvSpPr>
        <p:spPr>
          <a:xfrm>
            <a:off x="8553691" y="-24589"/>
            <a:ext cx="52779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/>
              <a:t>28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CD4EA6-B3FD-35EF-3F6D-6C125787D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4971330" cy="31022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34127A6-6E09-0318-1D92-243D17039F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9711" y="3140408"/>
            <a:ext cx="1887008" cy="47175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37271E6-8543-E664-35B1-389BC0882E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3187965"/>
            <a:ext cx="2419109" cy="359370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8C760A7-2AB8-9B08-6B7A-ECC67596B0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16374" y="2641601"/>
            <a:ext cx="2419108" cy="388216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FD80592-4710-182F-311D-3F0A638677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9711" y="1933642"/>
            <a:ext cx="2472146" cy="121815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F11FBD8-3B28-10F8-8AC4-CAFA0721E7D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76689" y="-11575"/>
            <a:ext cx="1930400" cy="6858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73305C6-C9FA-2F97-B85D-4CB00CC2A7B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25226" y="312517"/>
            <a:ext cx="1925213" cy="300735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4D2A1AC-2565-FEA2-727C-4CCAB0A7298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23572" y="4726144"/>
            <a:ext cx="3730748" cy="213185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A23B342-F390-A770-1C2C-76CB18D21EA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19813" y="3815051"/>
            <a:ext cx="903402" cy="79221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BA4272E-3A0E-B488-0C69-A0C227E1603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87556" y="3813038"/>
            <a:ext cx="3024692" cy="99413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94D47173-2F8F-64E0-1184-D667A0E9CE45}"/>
              </a:ext>
            </a:extLst>
          </p:cNvPr>
          <p:cNvSpPr txBox="1"/>
          <p:nvPr/>
        </p:nvSpPr>
        <p:spPr>
          <a:xfrm>
            <a:off x="4779711" y="3609094"/>
            <a:ext cx="28420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/>
              <a:t>Melt</a:t>
            </a:r>
            <a:r>
              <a:rPr lang="en-US" sz="1200"/>
              <a:t> - unpivot </a:t>
            </a:r>
            <a:r>
              <a:rPr lang="en-US" sz="1200" err="1"/>
              <a:t>df</a:t>
            </a:r>
            <a:r>
              <a:rPr lang="en-US" sz="1200"/>
              <a:t> from wide to long format</a:t>
            </a:r>
          </a:p>
        </p:txBody>
      </p:sp>
    </p:spTree>
    <p:extLst>
      <p:ext uri="{BB962C8B-B14F-4D97-AF65-F5344CB8AC3E}">
        <p14:creationId xmlns:p14="http://schemas.microsoft.com/office/powerpoint/2010/main" val="14181660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545E1C4C-08DC-2841-FFF9-62D4A1424D94}"/>
              </a:ext>
            </a:extLst>
          </p:cNvPr>
          <p:cNvSpPr txBox="1"/>
          <p:nvPr/>
        </p:nvSpPr>
        <p:spPr>
          <a:xfrm>
            <a:off x="8612306" y="-1884"/>
            <a:ext cx="52779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/>
              <a:t>29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2BF8C1-D6BF-6839-75AD-D75E4A056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6592"/>
            <a:ext cx="5319713" cy="304240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5461A8A-B382-8DED-91EE-E8A465573F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3612" y="409816"/>
            <a:ext cx="3820388" cy="46065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25E27C4-5F8D-2CED-85AC-63C9EC7694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15" y="3007682"/>
            <a:ext cx="4667732" cy="37440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CA7489-8278-03DC-AB5B-F5E21DE036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3414" y="5203519"/>
            <a:ext cx="3733800" cy="14351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3CB07DA-4769-8950-43DD-BD7D04CA59F6}"/>
              </a:ext>
            </a:extLst>
          </p:cNvPr>
          <p:cNvSpPr txBox="1"/>
          <p:nvPr/>
        </p:nvSpPr>
        <p:spPr>
          <a:xfrm>
            <a:off x="2808253" y="1030499"/>
            <a:ext cx="25891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/>
              <a:t># TO RUN</a:t>
            </a:r>
          </a:p>
          <a:p>
            <a:r>
              <a:rPr lang="en-US" sz="1200" b="1"/>
              <a:t>python -m </a:t>
            </a:r>
            <a:r>
              <a:rPr lang="en-US" sz="1200" b="1" err="1"/>
              <a:t>unittest</a:t>
            </a:r>
            <a:r>
              <a:rPr lang="en-US" sz="1200" b="1"/>
              <a:t> –v  # all</a:t>
            </a:r>
          </a:p>
          <a:p>
            <a:r>
              <a:rPr lang="en-US" sz="1200" b="1"/>
              <a:t>python -m </a:t>
            </a:r>
            <a:r>
              <a:rPr lang="en-US" sz="1200" b="1" err="1"/>
              <a:t>unittest</a:t>
            </a:r>
            <a:r>
              <a:rPr lang="en-US" sz="1200" b="1"/>
              <a:t> -v </a:t>
            </a:r>
            <a:r>
              <a:rPr lang="en-US" sz="1200" b="1" err="1"/>
              <a:t>test_practice.py</a:t>
            </a:r>
            <a:endParaRPr lang="en-US" sz="1200" b="1"/>
          </a:p>
          <a:p>
            <a:r>
              <a:rPr lang="en-US" sz="1200" b="1"/>
              <a:t>     #  -v = verbose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ADB6AD-88A8-FBE0-14A7-4BE12BF247F2}"/>
              </a:ext>
            </a:extLst>
          </p:cNvPr>
          <p:cNvSpPr txBox="1"/>
          <p:nvPr/>
        </p:nvSpPr>
        <p:spPr>
          <a:xfrm>
            <a:off x="4025568" y="17260"/>
            <a:ext cx="1313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UNITTEST</a:t>
            </a:r>
          </a:p>
        </p:txBody>
      </p:sp>
    </p:spTree>
    <p:extLst>
      <p:ext uri="{BB962C8B-B14F-4D97-AF65-F5344CB8AC3E}">
        <p14:creationId xmlns:p14="http://schemas.microsoft.com/office/powerpoint/2010/main" val="7313640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F1DF4E2-9568-90D8-26B0-BDA990114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1318" y="33285"/>
            <a:ext cx="4085901" cy="679143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45E1C4C-08DC-2841-FFF9-62D4A1424D94}"/>
              </a:ext>
            </a:extLst>
          </p:cNvPr>
          <p:cNvSpPr txBox="1"/>
          <p:nvPr/>
        </p:nvSpPr>
        <p:spPr>
          <a:xfrm>
            <a:off x="8612306" y="-1884"/>
            <a:ext cx="52779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/>
              <a:t>30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908E75-0B07-A0AA-FA97-56ACC4A2A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31" y="2304611"/>
            <a:ext cx="5041655" cy="452010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4D129BC-989E-659B-FD0E-01401EDB92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56" y="10135"/>
            <a:ext cx="4074327" cy="229180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F387D28-D560-58BC-BBA4-B7E8E25DA7E1}"/>
              </a:ext>
            </a:extLst>
          </p:cNvPr>
          <p:cNvSpPr txBox="1"/>
          <p:nvPr/>
        </p:nvSpPr>
        <p:spPr>
          <a:xfrm>
            <a:off x="2640610" y="2442258"/>
            <a:ext cx="24883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/>
              <a:t># TO RUN</a:t>
            </a:r>
          </a:p>
          <a:p>
            <a:r>
              <a:rPr lang="en-US" sz="1200" b="1"/>
              <a:t>python -m </a:t>
            </a:r>
            <a:r>
              <a:rPr lang="en-US" sz="1200" b="1" err="1"/>
              <a:t>pytest</a:t>
            </a:r>
            <a:r>
              <a:rPr lang="en-US" sz="1200" b="1"/>
              <a:t> –v  # all</a:t>
            </a:r>
          </a:p>
          <a:p>
            <a:r>
              <a:rPr lang="en-US" sz="1200" b="1"/>
              <a:t>python -m </a:t>
            </a:r>
            <a:r>
              <a:rPr lang="en-US" sz="1200" b="1" err="1"/>
              <a:t>pytest</a:t>
            </a:r>
            <a:r>
              <a:rPr lang="en-US" sz="1200" b="1"/>
              <a:t> -v </a:t>
            </a:r>
            <a:r>
              <a:rPr lang="en-US" sz="1200" b="1" err="1"/>
              <a:t>test_practice.py</a:t>
            </a:r>
            <a:endParaRPr lang="en-US" sz="1200" b="1"/>
          </a:p>
          <a:p>
            <a:r>
              <a:rPr lang="en-US" sz="1200" b="1"/>
              <a:t>     #  -v = verbose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4EB8C0-32F8-566A-7DE8-B6A5739C5653}"/>
              </a:ext>
            </a:extLst>
          </p:cNvPr>
          <p:cNvSpPr txBox="1"/>
          <p:nvPr/>
        </p:nvSpPr>
        <p:spPr>
          <a:xfrm>
            <a:off x="3552950" y="-1884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PYTEST</a:t>
            </a:r>
          </a:p>
        </p:txBody>
      </p:sp>
    </p:spTree>
    <p:extLst>
      <p:ext uri="{BB962C8B-B14F-4D97-AF65-F5344CB8AC3E}">
        <p14:creationId xmlns:p14="http://schemas.microsoft.com/office/powerpoint/2010/main" val="28452946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545E1C4C-08DC-2841-FFF9-62D4A1424D94}"/>
              </a:ext>
            </a:extLst>
          </p:cNvPr>
          <p:cNvSpPr txBox="1"/>
          <p:nvPr/>
        </p:nvSpPr>
        <p:spPr>
          <a:xfrm>
            <a:off x="8553691" y="33285"/>
            <a:ext cx="52779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/>
              <a:t>31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B3FBA9-1642-9A73-7409-7145B52F0F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937493" y="-841693"/>
            <a:ext cx="6856968" cy="8606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0223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545E1C4C-08DC-2841-FFF9-62D4A1424D94}"/>
              </a:ext>
            </a:extLst>
          </p:cNvPr>
          <p:cNvSpPr txBox="1"/>
          <p:nvPr/>
        </p:nvSpPr>
        <p:spPr>
          <a:xfrm>
            <a:off x="8553691" y="33285"/>
            <a:ext cx="52779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/>
              <a:t>32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AFFAB0-A0D3-3397-0D0D-6662123D0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442" y="1040788"/>
            <a:ext cx="8743116" cy="422450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E1BBBD4-2536-8825-CAEE-ABCC319091DA}"/>
              </a:ext>
            </a:extLst>
          </p:cNvPr>
          <p:cNvSpPr txBox="1"/>
          <p:nvPr/>
        </p:nvSpPr>
        <p:spPr>
          <a:xfrm>
            <a:off x="3450378" y="375454"/>
            <a:ext cx="2243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Summarize Transcript</a:t>
            </a:r>
          </a:p>
        </p:txBody>
      </p:sp>
    </p:spTree>
    <p:extLst>
      <p:ext uri="{BB962C8B-B14F-4D97-AF65-F5344CB8AC3E}">
        <p14:creationId xmlns:p14="http://schemas.microsoft.com/office/powerpoint/2010/main" val="39969703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C0A32DD-82B1-A7B6-4FAE-7EBEC1094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85" y="949615"/>
            <a:ext cx="7557484" cy="500127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B1A78B1-3D89-BFD9-8D1E-D428EEED01B5}"/>
              </a:ext>
            </a:extLst>
          </p:cNvPr>
          <p:cNvSpPr txBox="1"/>
          <p:nvPr/>
        </p:nvSpPr>
        <p:spPr>
          <a:xfrm>
            <a:off x="2862846" y="119011"/>
            <a:ext cx="34183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err="1"/>
              <a:t>Reflexion</a:t>
            </a:r>
            <a:r>
              <a:rPr lang="en-US" sz="2000" b="1"/>
              <a:t> Agent 1 (</a:t>
            </a:r>
            <a:r>
              <a:rPr lang="en-US" sz="2000" b="1" err="1"/>
              <a:t>LangGraph</a:t>
            </a:r>
            <a:r>
              <a:rPr lang="en-US" sz="2000" b="1"/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4B1EFF-1F2B-D3E9-2F1E-0ACDF6AFAFEF}"/>
              </a:ext>
            </a:extLst>
          </p:cNvPr>
          <p:cNvSpPr txBox="1"/>
          <p:nvPr/>
        </p:nvSpPr>
        <p:spPr>
          <a:xfrm>
            <a:off x="8553691" y="33285"/>
            <a:ext cx="52779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/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26895307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AACDF-752E-97FF-9D69-D5FEBFCE8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8911CC0-D301-B49D-D295-51261ED79C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34793"/>
            <a:ext cx="5390160" cy="303270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2F4BEB-1840-6672-300C-EAA51C62ED9A}"/>
              </a:ext>
            </a:extLst>
          </p:cNvPr>
          <p:cNvSpPr txBox="1"/>
          <p:nvPr/>
        </p:nvSpPr>
        <p:spPr>
          <a:xfrm>
            <a:off x="5538356" y="934792"/>
            <a:ext cx="3431780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/>
              <a:t>Iterative self-refinement system</a:t>
            </a:r>
            <a:r>
              <a:rPr lang="en-US" sz="1200"/>
              <a:t> - </a:t>
            </a:r>
            <a:r>
              <a:rPr lang="en-US" sz="1200" b="1"/>
              <a:t>Self-critique loop</a:t>
            </a:r>
            <a:r>
              <a:rPr lang="en-US" sz="1200"/>
              <a:t> - AI iteratively improves its output by </a:t>
            </a:r>
            <a:r>
              <a:rPr lang="en-US" sz="1200" i="1" u="sng"/>
              <a:t>alternating between generation and reflection roles</a:t>
            </a:r>
            <a:r>
              <a:rPr lang="en-US" sz="1200"/>
              <a:t>, simulating </a:t>
            </a:r>
            <a:r>
              <a:rPr lang="en-US" sz="1200" i="1" u="sng"/>
              <a:t>peer review</a:t>
            </a:r>
            <a:r>
              <a:rPr lang="en-US" sz="1200"/>
              <a:t>. AI researcher </a:t>
            </a:r>
            <a:r>
              <a:rPr lang="en-US" sz="1200" b="1"/>
              <a:t>Generator Agent  </a:t>
            </a:r>
            <a:r>
              <a:rPr lang="en-US" sz="1200"/>
              <a:t>generates content and receives feedback / critique senior researcher </a:t>
            </a:r>
            <a:r>
              <a:rPr lang="en-US" sz="1200" b="1"/>
              <a:t>Reflector Agent </a:t>
            </a:r>
            <a:r>
              <a:rPr lang="en-US" sz="1200"/>
              <a:t>to improve.</a:t>
            </a:r>
          </a:p>
          <a:p>
            <a:pPr algn="just"/>
            <a:r>
              <a:rPr lang="en-US" sz="1200" b="1"/>
              <a:t>Prompt Templates</a:t>
            </a:r>
            <a:endParaRPr lang="en-US" sz="1200"/>
          </a:p>
          <a:p>
            <a:pPr lvl="1" algn="just"/>
            <a:r>
              <a:rPr lang="en-US" sz="1200" b="1"/>
              <a:t>Generator prompt</a:t>
            </a:r>
            <a:r>
              <a:rPr lang="en-US" sz="1200"/>
              <a:t>: Instructs AI to create 5-paragraph research and incorporate feedback</a:t>
            </a:r>
          </a:p>
          <a:p>
            <a:pPr lvl="1" algn="just"/>
            <a:r>
              <a:rPr lang="en-US" sz="1200" b="1"/>
              <a:t>Reflection prompt</a:t>
            </a:r>
            <a:r>
              <a:rPr lang="en-US" sz="1200"/>
              <a:t>: Instructs AI to provide improvement recommendations</a:t>
            </a:r>
          </a:p>
          <a:p>
            <a:pPr algn="just"/>
            <a:r>
              <a:rPr lang="en-US" sz="1200" b="1"/>
              <a:t>Graph-Based Workflow</a:t>
            </a:r>
            <a:r>
              <a:rPr lang="en-US" sz="1200"/>
              <a:t> (</a:t>
            </a:r>
            <a:r>
              <a:rPr lang="en-US" sz="1200" err="1"/>
              <a:t>LangGraph</a:t>
            </a:r>
            <a:r>
              <a:rPr lang="en-US" sz="1200"/>
              <a:t>)</a:t>
            </a:r>
          </a:p>
          <a:p>
            <a:pPr lvl="1" algn="just"/>
            <a:r>
              <a:rPr lang="en-US" sz="1200" b="1"/>
              <a:t>Cyclic graph</a:t>
            </a:r>
            <a:r>
              <a:rPr lang="en-US" sz="1200"/>
              <a:t>: generate → reflect → generate → ...</a:t>
            </a:r>
          </a:p>
          <a:p>
            <a:pPr lvl="1" algn="just"/>
            <a:r>
              <a:rPr lang="en-US" sz="1200" b="1"/>
              <a:t>Conditional edge</a:t>
            </a:r>
            <a:r>
              <a:rPr lang="en-US" sz="1200"/>
              <a:t> stops after 6+ messages (~3 iterations)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3373D9-3A7A-8D8D-631E-149E7A430698}"/>
              </a:ext>
            </a:extLst>
          </p:cNvPr>
          <p:cNvSpPr txBox="1"/>
          <p:nvPr/>
        </p:nvSpPr>
        <p:spPr>
          <a:xfrm>
            <a:off x="86933" y="4228296"/>
            <a:ext cx="470400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/>
              <a:t>Message Role Swapping</a:t>
            </a:r>
            <a:r>
              <a:rPr lang="en-US" sz="1200"/>
              <a:t> (Key Technique)</a:t>
            </a:r>
          </a:p>
          <a:p>
            <a:pPr lvl="1" algn="just"/>
            <a:r>
              <a:rPr lang="en-US" sz="1200"/>
              <a:t>In </a:t>
            </a:r>
            <a:r>
              <a:rPr lang="en-US" sz="1200" err="1"/>
              <a:t>reflection_node</a:t>
            </a:r>
            <a:r>
              <a:rPr lang="en-US" sz="1200"/>
              <a:t>: Flips message roles (AI ↔ Human)</a:t>
            </a:r>
          </a:p>
          <a:p>
            <a:pPr lvl="1" algn="just"/>
            <a:r>
              <a:rPr lang="en-US" sz="1200" b="1"/>
              <a:t>Reflector</a:t>
            </a:r>
            <a:r>
              <a:rPr lang="en-US" sz="1200"/>
              <a:t> </a:t>
            </a:r>
            <a:r>
              <a:rPr lang="en-US" sz="1200" i="1" u="sng"/>
              <a:t>perceive previous AI outputs as human inputs </a:t>
            </a:r>
            <a:r>
              <a:rPr lang="en-US" sz="1200"/>
              <a:t>to critique AND</a:t>
            </a:r>
          </a:p>
          <a:p>
            <a:pPr lvl="1" algn="just"/>
            <a:r>
              <a:rPr lang="en-US" sz="1200" i="1" u="sng"/>
              <a:t>Returns critique as </a:t>
            </a:r>
            <a:r>
              <a:rPr lang="en-US" sz="1200" i="1" u="sng" err="1"/>
              <a:t>HumanMessage</a:t>
            </a:r>
            <a:r>
              <a:rPr lang="en-US" sz="1200" i="1" u="sng"/>
              <a:t> </a:t>
            </a:r>
            <a:r>
              <a:rPr lang="en-US" sz="1200"/>
              <a:t>so </a:t>
            </a:r>
            <a:r>
              <a:rPr lang="en-US" sz="1200" b="1"/>
              <a:t>generator</a:t>
            </a:r>
            <a:r>
              <a:rPr lang="en-US" sz="1200"/>
              <a:t> treats it as user feedback</a:t>
            </a:r>
          </a:p>
          <a:p>
            <a:pPr algn="just"/>
            <a:r>
              <a:rPr lang="en-US" sz="1200" b="1"/>
              <a:t>Async Streaming </a:t>
            </a:r>
            <a:r>
              <a:rPr lang="en-US" sz="1200"/>
              <a:t>of events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9EC71A-8924-03C2-E0B3-85574A926703}"/>
              </a:ext>
            </a:extLst>
          </p:cNvPr>
          <p:cNvSpPr txBox="1"/>
          <p:nvPr/>
        </p:nvSpPr>
        <p:spPr>
          <a:xfrm>
            <a:off x="2862846" y="119011"/>
            <a:ext cx="35481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err="1"/>
              <a:t>Reflexion</a:t>
            </a:r>
            <a:r>
              <a:rPr lang="en-US" sz="2000" b="1"/>
              <a:t> Agent 2 (</a:t>
            </a:r>
            <a:r>
              <a:rPr lang="en-US" sz="2000" b="1" err="1"/>
              <a:t>LangGraph</a:t>
            </a:r>
            <a:r>
              <a:rPr lang="en-US" sz="2000" b="1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91144D-C61A-CCEF-2C5F-4E0F90713181}"/>
              </a:ext>
            </a:extLst>
          </p:cNvPr>
          <p:cNvSpPr txBox="1"/>
          <p:nvPr/>
        </p:nvSpPr>
        <p:spPr>
          <a:xfrm>
            <a:off x="8553691" y="33285"/>
            <a:ext cx="52779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/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34359739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0750F-5111-22AF-6116-65E3D6174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D43C639-78CF-8AC1-25A4-F8C344DEC0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43" y="130420"/>
            <a:ext cx="5944342" cy="5078882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7D39EAB1-E538-87F1-A732-7ACECDAC9B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9141" y="130420"/>
            <a:ext cx="2801816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defTabSz="914400"/>
            <a:r>
              <a:rPr lang="en-US" altLang="en-US" sz="1200">
                <a:solidFill>
                  <a:srgbClr val="222222"/>
                </a:solidFill>
                <a:cs typeface="Arial" panose="020B0604020202020204" pitchFamily="34" charset="0"/>
              </a:rPr>
              <a:t>This pattern demonstrates </a:t>
            </a:r>
            <a:r>
              <a:rPr lang="en-US" altLang="en-US" sz="1200" b="1">
                <a:solidFill>
                  <a:srgbClr val="222222"/>
                </a:solidFill>
                <a:cs typeface="Arial" panose="020B0604020202020204" pitchFamily="34" charset="0"/>
              </a:rPr>
              <a:t>task decomposition</a:t>
            </a:r>
            <a:r>
              <a:rPr lang="en-US" altLang="en-US" sz="1200">
                <a:solidFill>
                  <a:srgbClr val="222222"/>
                </a:solidFill>
                <a:cs typeface="Arial" panose="020B0604020202020204" pitchFamily="34" charset="0"/>
              </a:rPr>
              <a:t> where a complex task is </a:t>
            </a:r>
            <a:r>
              <a:rPr lang="en-US" altLang="en-US" sz="1200" b="1">
                <a:solidFill>
                  <a:srgbClr val="222222"/>
                </a:solidFill>
                <a:cs typeface="Arial" panose="020B0604020202020204" pitchFamily="34" charset="0"/>
              </a:rPr>
              <a:t>split into subtasks handled by specialized agents</a:t>
            </a:r>
            <a:endParaRPr kumimoji="0" lang="en-US" altLang="en-US" sz="1200" b="1" i="0" u="none" strike="noStrike" cap="none" normalizeH="0" baseline="0">
              <a:ln>
                <a:noFill/>
              </a:ln>
              <a:solidFill>
                <a:srgbClr val="222222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200">
              <a:solidFill>
                <a:srgbClr val="222222"/>
              </a:solidFill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222222"/>
                </a:solidFill>
                <a:effectLst/>
              </a:rPr>
              <a:t>Shared State: </a:t>
            </a:r>
            <a:r>
              <a:rPr kumimoji="0" lang="en-US" altLang="en-US" sz="1200" b="0" i="0" u="none" strike="noStrike" cap="none" normalizeH="0" baseline="0" err="1">
                <a:ln>
                  <a:noFill/>
                </a:ln>
                <a:solidFill>
                  <a:srgbClr val="222222"/>
                </a:solidFill>
                <a:effectLst/>
              </a:rPr>
              <a:t>AgentState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222222"/>
                </a:solidFill>
                <a:effectLst/>
              </a:rPr>
              <a:t> dictionary passed between all agents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222222"/>
                </a:solidFill>
                <a:effectLst/>
              </a:rPr>
              <a:t>Three Specialized Agents: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222222"/>
                </a:solidFill>
                <a:effectLst/>
                <a:cs typeface="Arial" panose="020B0604020202020204" pitchFamily="34" charset="0"/>
              </a:rPr>
              <a:t>Researcher: Gathers information and facts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222222"/>
                </a:solidFill>
                <a:effectLst/>
                <a:cs typeface="Arial" panose="020B0604020202020204" pitchFamily="34" charset="0"/>
              </a:rPr>
              <a:t>Writer: Creates draft content from research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222222"/>
                </a:solidFill>
                <a:effectLst/>
                <a:cs typeface="Arial" panose="020B0604020202020204" pitchFamily="34" charset="0"/>
              </a:rPr>
              <a:t>Editor: Polishes and finalizes the output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222222"/>
                </a:solidFill>
                <a:effectLst/>
                <a:cs typeface="Arial" panose="020B0604020202020204" pitchFamily="34" charset="0"/>
              </a:rPr>
              <a:t>Sequential Collaboration: Each agent builds upon the previous agent's work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200" b="0" i="0" u="none" strike="noStrike" cap="none" normalizeH="0" baseline="0" err="1">
                <a:ln>
                  <a:noFill/>
                </a:ln>
                <a:solidFill>
                  <a:srgbClr val="222222"/>
                </a:solidFill>
                <a:effectLst/>
                <a:cs typeface="Arial" panose="020B0604020202020204" pitchFamily="34" charset="0"/>
              </a:rPr>
              <a:t>StateGraph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222222"/>
                </a:solidFill>
                <a:effectLst/>
                <a:cs typeface="Arial" panose="020B0604020202020204" pitchFamily="34" charset="0"/>
              </a:rPr>
              <a:t> Pattern: Linear workflow with clear handoffs between agents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200">
              <a:solidFill>
                <a:srgbClr val="222222"/>
              </a:solidFill>
              <a:cs typeface="Arial" panose="020B0604020202020204" pitchFamily="34" charset="0"/>
            </a:endParaRPr>
          </a:p>
          <a:p>
            <a:pPr lvl="0" defTabSz="914400"/>
            <a:r>
              <a:rPr lang="en-US" altLang="en-US" sz="1200">
                <a:solidFill>
                  <a:srgbClr val="222222"/>
                </a:solidFill>
                <a:cs typeface="Arial" panose="020B0604020202020204" pitchFamily="34" charset="0"/>
              </a:rPr>
              <a:t>Alternative: Parallel + Aggregator Pattern</a:t>
            </a:r>
            <a:br>
              <a:rPr lang="en-US" altLang="en-US" sz="1200"/>
            </a:br>
            <a:br>
              <a:rPr lang="en-US" altLang="en-US" sz="1200"/>
            </a:br>
            <a:r>
              <a:rPr lang="en-US" altLang="en-US" sz="1200">
                <a:solidFill>
                  <a:srgbClr val="222222"/>
                </a:solidFill>
                <a:cs typeface="Arial" panose="020B0604020202020204" pitchFamily="34" charset="0"/>
              </a:rPr>
              <a:t>If you want agents working in parallel instead:</a:t>
            </a: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2BCFCA-8E27-ACE5-802A-443E995805AC}"/>
              </a:ext>
            </a:extLst>
          </p:cNvPr>
          <p:cNvSpPr txBox="1"/>
          <p:nvPr/>
        </p:nvSpPr>
        <p:spPr>
          <a:xfrm>
            <a:off x="181709" y="5221689"/>
            <a:ext cx="3581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200">
                <a:solidFill>
                  <a:srgbClr val="222222"/>
                </a:solidFill>
                <a:cs typeface="Arial" panose="020B0604020202020204" pitchFamily="34" charset="0"/>
              </a:rPr>
              <a:t># Combines outputs from parallel agents</a:t>
            </a:r>
            <a:br>
              <a:rPr lang="en-US" altLang="en-US" sz="1200"/>
            </a:br>
            <a:r>
              <a:rPr lang="en-US" altLang="en-US" sz="1200">
                <a:solidFill>
                  <a:srgbClr val="222222"/>
                </a:solidFill>
                <a:cs typeface="Arial" panose="020B0604020202020204" pitchFamily="34" charset="0"/>
              </a:rPr>
              <a:t>async def </a:t>
            </a:r>
            <a:r>
              <a:rPr lang="en-US" altLang="en-US" sz="1200" err="1">
                <a:solidFill>
                  <a:srgbClr val="222222"/>
                </a:solidFill>
                <a:cs typeface="Arial" panose="020B0604020202020204" pitchFamily="34" charset="0"/>
              </a:rPr>
              <a:t>aggregator_agent</a:t>
            </a:r>
            <a:r>
              <a:rPr lang="en-US" altLang="en-US" sz="1200">
                <a:solidFill>
                  <a:srgbClr val="222222"/>
                </a:solidFill>
                <a:cs typeface="Arial" panose="020B0604020202020204" pitchFamily="34" charset="0"/>
              </a:rPr>
              <a:t>(state: </a:t>
            </a:r>
            <a:r>
              <a:rPr lang="en-US" altLang="en-US" sz="1200" err="1">
                <a:solidFill>
                  <a:srgbClr val="222222"/>
                </a:solidFill>
                <a:cs typeface="Arial" panose="020B0604020202020204" pitchFamily="34" charset="0"/>
              </a:rPr>
              <a:t>AgentState</a:t>
            </a:r>
            <a:r>
              <a:rPr lang="en-US" altLang="en-US" sz="1200">
                <a:solidFill>
                  <a:srgbClr val="222222"/>
                </a:solidFill>
                <a:cs typeface="Arial" panose="020B0604020202020204" pitchFamily="34" charset="0"/>
              </a:rPr>
              <a:t>):</a:t>
            </a:r>
            <a:br>
              <a:rPr lang="en-US" altLang="en-US" sz="1200"/>
            </a:br>
            <a:r>
              <a:rPr lang="en-US" altLang="en-US" sz="1200">
                <a:solidFill>
                  <a:srgbClr val="222222"/>
                </a:solidFill>
                <a:cs typeface="Arial" panose="020B0604020202020204" pitchFamily="34" charset="0"/>
              </a:rPr>
              <a:t>    pass</a:t>
            </a:r>
            <a:br>
              <a:rPr lang="en-US" altLang="en-US" sz="1200"/>
            </a:br>
            <a:br>
              <a:rPr lang="en-US" altLang="en-US" sz="1200"/>
            </a:br>
            <a:r>
              <a:rPr lang="en-US" altLang="en-US" sz="1200">
                <a:solidFill>
                  <a:srgbClr val="222222"/>
                </a:solidFill>
                <a:cs typeface="Arial" panose="020B0604020202020204" pitchFamily="34" charset="0"/>
              </a:rPr>
              <a:t># Modify workflow</a:t>
            </a:r>
            <a:br>
              <a:rPr lang="en-US" altLang="en-US" sz="1200"/>
            </a:br>
            <a:r>
              <a:rPr lang="en-US" altLang="en-US" sz="1200" err="1">
                <a:solidFill>
                  <a:srgbClr val="222222"/>
                </a:solidFill>
                <a:cs typeface="Arial" panose="020B0604020202020204" pitchFamily="34" charset="0"/>
              </a:rPr>
              <a:t>workflow.add_edge</a:t>
            </a:r>
            <a:r>
              <a:rPr lang="en-US" altLang="en-US" sz="1200">
                <a:solidFill>
                  <a:srgbClr val="222222"/>
                </a:solidFill>
                <a:cs typeface="Arial" panose="020B0604020202020204" pitchFamily="34" charset="0"/>
              </a:rPr>
              <a:t>("researcher", "aggregator")</a:t>
            </a:r>
            <a:br>
              <a:rPr lang="en-US" altLang="en-US" sz="1200"/>
            </a:br>
            <a:r>
              <a:rPr lang="en-US" altLang="en-US" sz="1200" err="1">
                <a:solidFill>
                  <a:srgbClr val="222222"/>
                </a:solidFill>
                <a:cs typeface="Arial" panose="020B0604020202020204" pitchFamily="34" charset="0"/>
              </a:rPr>
              <a:t>workflow.add_edge</a:t>
            </a:r>
            <a:r>
              <a:rPr lang="en-US" altLang="en-US" sz="1200">
                <a:solidFill>
                  <a:srgbClr val="222222"/>
                </a:solidFill>
                <a:cs typeface="Arial" panose="020B0604020202020204" pitchFamily="34" charset="0"/>
              </a:rPr>
              <a:t>("writer", "aggregator")</a:t>
            </a:r>
            <a:br>
              <a:rPr lang="en-US" altLang="en-US" sz="1200"/>
            </a:br>
            <a:r>
              <a:rPr lang="en-US" altLang="en-US" sz="1200" err="1">
                <a:solidFill>
                  <a:srgbClr val="222222"/>
                </a:solidFill>
                <a:cs typeface="Arial" panose="020B0604020202020204" pitchFamily="34" charset="0"/>
              </a:rPr>
              <a:t>workflow.add_edge</a:t>
            </a:r>
            <a:r>
              <a:rPr lang="en-US" altLang="en-US" sz="1200">
                <a:solidFill>
                  <a:srgbClr val="222222"/>
                </a:solidFill>
                <a:cs typeface="Arial" panose="020B0604020202020204" pitchFamily="34" charset="0"/>
              </a:rPr>
              <a:t>("editor", "aggregator")</a:t>
            </a:r>
            <a:endParaRPr lang="en-US" sz="12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DE267E-0B90-619C-1253-AB383262A24C}"/>
              </a:ext>
            </a:extLst>
          </p:cNvPr>
          <p:cNvSpPr txBox="1"/>
          <p:nvPr/>
        </p:nvSpPr>
        <p:spPr>
          <a:xfrm>
            <a:off x="3648845" y="5606409"/>
            <a:ext cx="52005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/>
              <a:t>Multi-Agent Collaboration Agent 1 (</a:t>
            </a:r>
            <a:r>
              <a:rPr lang="en-US" sz="2000" b="1" err="1"/>
              <a:t>LangGraph</a:t>
            </a:r>
            <a:r>
              <a:rPr lang="en-US" sz="2000" b="1"/>
              <a:t>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F107DB-C28A-DD9E-F90A-0972B5EE515A}"/>
              </a:ext>
            </a:extLst>
          </p:cNvPr>
          <p:cNvSpPr txBox="1"/>
          <p:nvPr/>
        </p:nvSpPr>
        <p:spPr>
          <a:xfrm>
            <a:off x="8553691" y="33285"/>
            <a:ext cx="52779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/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13806919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284DB-32D6-6520-1E74-1B1486144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03A7FA5-BE85-0D5E-8F87-F410B5B8AF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59" y="189034"/>
            <a:ext cx="6891651" cy="654001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9E28385-AC89-1153-CD3D-7689FFC044C7}"/>
              </a:ext>
            </a:extLst>
          </p:cNvPr>
          <p:cNvSpPr txBox="1"/>
          <p:nvPr/>
        </p:nvSpPr>
        <p:spPr>
          <a:xfrm>
            <a:off x="3572784" y="5594979"/>
            <a:ext cx="52005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/>
              <a:t>Multi-Agent Collaboration Agent 2 (</a:t>
            </a:r>
            <a:r>
              <a:rPr lang="en-US" sz="2000" b="1" err="1"/>
              <a:t>LangGraph</a:t>
            </a:r>
            <a:r>
              <a:rPr lang="en-US" sz="2000" b="1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489F43-3326-0ADE-E695-BBEA5311EE38}"/>
              </a:ext>
            </a:extLst>
          </p:cNvPr>
          <p:cNvSpPr txBox="1"/>
          <p:nvPr/>
        </p:nvSpPr>
        <p:spPr>
          <a:xfrm>
            <a:off x="8553691" y="33285"/>
            <a:ext cx="52779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/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16212515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545E1C4C-08DC-2841-FFF9-62D4A1424D94}"/>
              </a:ext>
            </a:extLst>
          </p:cNvPr>
          <p:cNvSpPr txBox="1"/>
          <p:nvPr/>
        </p:nvSpPr>
        <p:spPr>
          <a:xfrm>
            <a:off x="8553691" y="33285"/>
            <a:ext cx="52779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/>
              <a:t>37</a:t>
            </a:r>
          </a:p>
        </p:txBody>
      </p:sp>
      <p:pic>
        <p:nvPicPr>
          <p:cNvPr id="5" name="Picture 4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41625482-3515-C33F-6F6E-205EAFE15A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369" y="753583"/>
            <a:ext cx="7772400" cy="57740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5A5030F-34BB-E55A-45A0-3FFF23733DBF}"/>
              </a:ext>
            </a:extLst>
          </p:cNvPr>
          <p:cNvSpPr txBox="1"/>
          <p:nvPr/>
        </p:nvSpPr>
        <p:spPr>
          <a:xfrm>
            <a:off x="375138" y="241034"/>
            <a:ext cx="47149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/>
              <a:t>OpenAI Agents Framework: Self-Reflection</a:t>
            </a:r>
          </a:p>
        </p:txBody>
      </p:sp>
    </p:spTree>
    <p:extLst>
      <p:ext uri="{BB962C8B-B14F-4D97-AF65-F5344CB8AC3E}">
        <p14:creationId xmlns:p14="http://schemas.microsoft.com/office/powerpoint/2010/main" val="4810698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D6F1B-FCDE-35C4-2852-531CAEEFF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3D6117-A4DC-CC0F-D3DE-FF63ECD681E8}"/>
              </a:ext>
            </a:extLst>
          </p:cNvPr>
          <p:cNvSpPr txBox="1"/>
          <p:nvPr/>
        </p:nvSpPr>
        <p:spPr>
          <a:xfrm>
            <a:off x="8553691" y="33285"/>
            <a:ext cx="52779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/>
              <a:t>38</a:t>
            </a:r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F55A3FAE-68AB-D1B5-6644-F286E5194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52" y="539262"/>
            <a:ext cx="7772400" cy="61481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2948969-E73F-0D9F-33AC-321FF37F82B5}"/>
              </a:ext>
            </a:extLst>
          </p:cNvPr>
          <p:cNvSpPr txBox="1"/>
          <p:nvPr/>
        </p:nvSpPr>
        <p:spPr>
          <a:xfrm>
            <a:off x="354352" y="127429"/>
            <a:ext cx="43225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err="1"/>
              <a:t>LangChain</a:t>
            </a:r>
            <a:r>
              <a:rPr lang="en-US" sz="2000" b="1"/>
              <a:t> Framework: Self-Reflection</a:t>
            </a:r>
          </a:p>
        </p:txBody>
      </p:sp>
    </p:spTree>
    <p:extLst>
      <p:ext uri="{BB962C8B-B14F-4D97-AF65-F5344CB8AC3E}">
        <p14:creationId xmlns:p14="http://schemas.microsoft.com/office/powerpoint/2010/main" val="2625703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18175-98A8-744B-57C4-A3131267B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F4FA8E56-C8A3-B6E7-32A6-EFD04BFDC4C5}"/>
              </a:ext>
            </a:extLst>
          </p:cNvPr>
          <p:cNvSpPr txBox="1"/>
          <p:nvPr/>
        </p:nvSpPr>
        <p:spPr>
          <a:xfrm>
            <a:off x="8553691" y="33285"/>
            <a:ext cx="52779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/>
              <a:t>39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732A8E5-0A85-4750-A8EE-B646A31E5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70" y="641350"/>
            <a:ext cx="4626113" cy="41478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E6A9AAE-CAAA-9A3D-8D08-6B36751A54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0705" y="641350"/>
            <a:ext cx="4275025" cy="3199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9275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E3797-1382-D881-7B2E-643403737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B6A7A7AC-3D46-7603-FE68-DB3CD1AEB45F}"/>
              </a:ext>
            </a:extLst>
          </p:cNvPr>
          <p:cNvSpPr txBox="1"/>
          <p:nvPr/>
        </p:nvSpPr>
        <p:spPr>
          <a:xfrm>
            <a:off x="8553691" y="33285"/>
            <a:ext cx="52779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/>
              <a:t>40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C4145FA-73F7-93E5-0A0E-49A396C2E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14" y="33285"/>
            <a:ext cx="5112681" cy="658612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4442C93-7A61-A8F7-1D36-A354332D8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3824" y="2628900"/>
            <a:ext cx="4917662" cy="3040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2374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87665-F793-E798-4899-8CBBA4DD5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132EFE3A-06C6-3945-9EB0-D52205C81C82}"/>
              </a:ext>
            </a:extLst>
          </p:cNvPr>
          <p:cNvSpPr txBox="1"/>
          <p:nvPr/>
        </p:nvSpPr>
        <p:spPr>
          <a:xfrm>
            <a:off x="8553691" y="33285"/>
            <a:ext cx="52779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/>
              <a:t>41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33DA448-2EC0-DB09-C35C-981A499B2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3837"/>
            <a:ext cx="4635623" cy="599032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73177D2-9B11-A121-82AA-2E02565867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9140" y="1637503"/>
            <a:ext cx="4509486" cy="4666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52006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DBEB1-ACCA-1889-7AB6-F742F7AD3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6C510195-E739-FFE0-D6DC-29B937926C66}"/>
              </a:ext>
            </a:extLst>
          </p:cNvPr>
          <p:cNvSpPr txBox="1"/>
          <p:nvPr/>
        </p:nvSpPr>
        <p:spPr>
          <a:xfrm>
            <a:off x="8553691" y="33285"/>
            <a:ext cx="52779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/>
              <a:t>42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C834DA9-7EB1-88E1-0AE7-7F60C546B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5133"/>
            <a:ext cx="7455877" cy="3363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64194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E1525-8C2D-E3CC-8060-D8902180F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CADF3A1-0245-9985-8FE3-7FDE67C87C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71218"/>
            <a:ext cx="4316248" cy="38336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8385C7-4EAB-2953-F632-30FFA18078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6248" y="2968087"/>
            <a:ext cx="4815840" cy="38566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31A8DA4-3C01-5AA7-869E-BF2BB8ADF4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6432" y="-3725"/>
            <a:ext cx="3997572" cy="293480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E26D762-CAEF-39FD-F548-700043A3FD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-3726"/>
            <a:ext cx="4448191" cy="173874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5F8F3CE-06D8-7F26-B6A3-0F4162BA3189}"/>
              </a:ext>
            </a:extLst>
          </p:cNvPr>
          <p:cNvSpPr txBox="1"/>
          <p:nvPr/>
        </p:nvSpPr>
        <p:spPr>
          <a:xfrm>
            <a:off x="8553691" y="33285"/>
            <a:ext cx="52779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/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118327917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D31C1-F2E6-8D75-FB46-8210B87EB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9171ED7-75C9-CE26-FB08-00CE664A1C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20" y="2606081"/>
            <a:ext cx="4495800" cy="334543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F8EB574-1C41-5553-54A4-6AB3ED88C6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37060"/>
            <a:ext cx="4493880" cy="183395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7710350-8B4C-163F-F051-70ABE7281F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3880" y="425212"/>
            <a:ext cx="4650119" cy="461071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55DADDA-5E77-56D3-8861-B69F4FA3411F}"/>
              </a:ext>
            </a:extLst>
          </p:cNvPr>
          <p:cNvSpPr txBox="1"/>
          <p:nvPr/>
        </p:nvSpPr>
        <p:spPr>
          <a:xfrm>
            <a:off x="8553691" y="33285"/>
            <a:ext cx="52779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/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244473754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902AA-180F-3C0B-F699-4FCD6180F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DB092042-4F36-1140-DE35-EDCFC2947AF1}"/>
              </a:ext>
            </a:extLst>
          </p:cNvPr>
          <p:cNvSpPr txBox="1"/>
          <p:nvPr/>
        </p:nvSpPr>
        <p:spPr>
          <a:xfrm>
            <a:off x="8553691" y="33285"/>
            <a:ext cx="52779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/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3722661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4277</TotalTime>
  <Words>690</Words>
  <Application>Microsoft Macintosh PowerPoint</Application>
  <PresentationFormat>Letter Paper (8.5x11 in)</PresentationFormat>
  <Paragraphs>121</Paragraphs>
  <Slides>43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8" baseType="lpstr">
      <vt:lpstr>Aptos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Andrew Nedilko</dc:creator>
  <cp:lastModifiedBy>Andrew Andrew</cp:lastModifiedBy>
  <cp:revision>122</cp:revision>
  <cp:lastPrinted>2025-04-28T02:37:29Z</cp:lastPrinted>
  <dcterms:created xsi:type="dcterms:W3CDTF">2022-06-07T05:59:01Z</dcterms:created>
  <dcterms:modified xsi:type="dcterms:W3CDTF">2026-09-29T01:59:43Z</dcterms:modified>
</cp:coreProperties>
</file>