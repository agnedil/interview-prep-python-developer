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8"/>
    <p:restoredTop sz="94633"/>
  </p:normalViewPr>
  <p:slideViewPr>
    <p:cSldViewPr snapToGrid="0">
      <p:cViewPr varScale="1">
        <p:scale>
          <a:sx n="112" d="100"/>
          <a:sy n="112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A15CB-2DBE-5F24-44DD-D60599E85A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4C61C-242F-C678-0D60-FF0C702E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BD126-36BB-A77E-4068-D6538D12A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CC4A-5E22-4648-90E0-E174F0B84059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926CD-56BD-908C-3030-FCB1467E7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FD964-0C5D-FDED-E10B-E39A7D32F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B7C5-CCF7-C640-8228-D8F4454E0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86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BE0B1-C4FE-81A8-1726-AD07DA7A9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94F9F-8DEF-589D-AA53-BC9107EC3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D21DB-3546-4096-84E0-9C336ACF2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CC4A-5E22-4648-90E0-E174F0B84059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14EE4-7F59-722D-3324-3DF5C6346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47F59-3D13-41C0-67BF-8B04F5E9C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B7C5-CCF7-C640-8228-D8F4454E0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22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70E40-3B9F-36A5-5C11-C94063449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6F1DC-B77C-A3C4-D673-0E622791C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13FEB-BC6B-C8FF-5C41-8B178C534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CC4A-5E22-4648-90E0-E174F0B84059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53FA8-749E-603A-1EAA-F567BBA5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20CCD-EF60-87B8-92AE-85BBE5675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B7C5-CCF7-C640-8228-D8F4454E0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15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D61A0-4170-A16F-2C75-53F3036AB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2F23A-8F43-9A7C-6968-677BB3505B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576529-E891-8756-DEC6-794E84308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F4F6F-0EEB-698A-8B8A-308493245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CC4A-5E22-4648-90E0-E174F0B84059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423C6-8CDE-41E5-AFBC-65E7C24EA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16476-7250-AA57-67EC-819ACA2CA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B7C5-CCF7-C640-8228-D8F4454E0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56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E412-6009-CA2D-243B-9BC46138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3A7DC-ADF0-FB23-5BC7-B3BF9B03F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5030E-8A99-F682-CF1F-844AA2303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977D0D-649F-337B-77E0-F27BADB2E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3E0D47-DDF9-89C9-4523-B20DCBE885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EDDC32-B01F-123B-C41E-7CDF519B9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CC4A-5E22-4648-90E0-E174F0B84059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87B150-E585-0E3B-41B2-6C74CFD3A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62CDB8-6C94-2A8F-7A1E-AD5022162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B7C5-CCF7-C640-8228-D8F4454E0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48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3310F-CB8F-3718-598D-586209652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B20948-48F5-CDE3-6843-1BCEE0527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CC4A-5E22-4648-90E0-E174F0B84059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03EBED-EAF9-D773-07B9-D9B29356D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5E4D1-32F4-8AE9-CA99-4E1D78796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B7C5-CCF7-C640-8228-D8F4454E0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70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5C56B6-AA85-ABC3-3DBB-E72038C8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CC4A-5E22-4648-90E0-E174F0B84059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3FCF9E-D344-B687-D92F-E19DC93AC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D1C8C-4B7C-BF8A-AEF7-3DF786D08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B7C5-CCF7-C640-8228-D8F4454E0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15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E769A-B692-F3C3-A9F2-E20440BF8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8C67F-4397-96FA-BCBF-370887890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75B23-BCC1-E59F-EC01-0A9AC9904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781EB-349E-9F24-ADED-18AA3FBE7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CC4A-5E22-4648-90E0-E174F0B84059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1D80B-02C2-6E2F-7831-16B3FFC8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4D529-9CE0-0E70-CE61-34EAF674F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B7C5-CCF7-C640-8228-D8F4454E0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36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9C15A-B957-755E-95B9-477F38A5B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614A7-E4D9-8C24-1D14-A7E357F09E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2304B5-0D15-EB0A-A27B-FE788EB27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1C7B8-D50F-4DC9-7B50-6D167A9D9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CC4A-5E22-4648-90E0-E174F0B84059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46420-B7FA-AE30-BC4C-C7799C440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2C0A2-6606-DDE4-525C-81C2D48AE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B7C5-CCF7-C640-8228-D8F4454E0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66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37F21-A699-A78D-031D-53CB75418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D22487-E894-4AA7-F699-225C2599B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8200F-C31D-F6FD-C4BE-F9C237FA4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CC4A-5E22-4648-90E0-E174F0B84059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BB5BD-6C59-000F-805E-EBBFE4356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0E6F1-B6C7-330A-6A55-A5DF4147D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B7C5-CCF7-C640-8228-D8F4454E0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18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35B7B5-AC0C-425B-78AC-7916E0EF52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D436F3-1A5E-94F8-55E5-FF9EFB28D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89425-3B6A-87B7-C824-7F39A3FC5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CC4A-5E22-4648-90E0-E174F0B84059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F6E85-ABF8-31FA-76B3-A79DF5413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BDA54-5B80-A6BF-F268-5A0BF2DC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B7C5-CCF7-C640-8228-D8F4454E0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268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466FC7-D22D-06FB-E6AD-6CD3AB749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BAED9-DEAC-EF84-3A74-60A5C6B57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BCC92-D283-3462-23A9-C8360FB8C4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5CC4A-5E22-4648-90E0-E174F0B84059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AC63D-1F8B-1F21-0099-E9BFE6F78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B020A-A8D8-EEC2-3DE5-2723E3472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FB7C5-CCF7-C640-8228-D8F4454E0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29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084099-3BEF-B367-596E-968E63329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320040"/>
            <a:ext cx="6172617" cy="62179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063961-EB0B-D34A-62B0-FC56EBE31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915" y="285751"/>
            <a:ext cx="5372041" cy="46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911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5404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Nedilko, Andrew</dc:creator>
  <cp:lastModifiedBy>Nedilko, Andrew</cp:lastModifiedBy>
  <cp:revision>2</cp:revision>
  <cp:lastPrinted>2025-10-23T11:26:19Z</cp:lastPrinted>
  <dcterms:created xsi:type="dcterms:W3CDTF">2025-09-25T20:47:34Z</dcterms:created>
  <dcterms:modified xsi:type="dcterms:W3CDTF">2025-10-23T11:26:41Z</dcterms:modified>
</cp:coreProperties>
</file>